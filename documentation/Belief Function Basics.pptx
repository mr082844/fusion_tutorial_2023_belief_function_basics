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59" r:id="rId4"/>
    <p:sldId id="268" r:id="rId5"/>
    <p:sldId id="258" r:id="rId6"/>
    <p:sldId id="260" r:id="rId7"/>
    <p:sldId id="276" r:id="rId8"/>
    <p:sldId id="270" r:id="rId9"/>
    <p:sldId id="261" r:id="rId10"/>
    <p:sldId id="262" r:id="rId11"/>
    <p:sldId id="290" r:id="rId12"/>
    <p:sldId id="267" r:id="rId13"/>
    <p:sldId id="269" r:id="rId14"/>
    <p:sldId id="274" r:id="rId15"/>
    <p:sldId id="275" r:id="rId16"/>
    <p:sldId id="277" r:id="rId17"/>
    <p:sldId id="273" r:id="rId18"/>
    <p:sldId id="278" r:id="rId19"/>
    <p:sldId id="284" r:id="rId20"/>
    <p:sldId id="283" r:id="rId21"/>
    <p:sldId id="293" r:id="rId22"/>
    <p:sldId id="285" r:id="rId23"/>
    <p:sldId id="286" r:id="rId24"/>
    <p:sldId id="287" r:id="rId25"/>
    <p:sldId id="288" r:id="rId26"/>
    <p:sldId id="282" r:id="rId27"/>
    <p:sldId id="271" r:id="rId28"/>
    <p:sldId id="264" r:id="rId29"/>
    <p:sldId id="265" r:id="rId30"/>
    <p:sldId id="263" r:id="rId31"/>
    <p:sldId id="289" r:id="rId32"/>
    <p:sldId id="291" r:id="rId33"/>
    <p:sldId id="281" r:id="rId34"/>
    <p:sldId id="279" r:id="rId35"/>
    <p:sldId id="266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61"/>
    <a:srgbClr val="B40000"/>
    <a:srgbClr val="FFDA65"/>
    <a:srgbClr val="B88C00"/>
    <a:srgbClr val="00269A"/>
    <a:srgbClr val="0066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8503B-3538-4657-A119-7A18B2FBBB1D}" v="380" dt="2023-03-29T01:43:28.3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9" autoAdjust="0"/>
    <p:restoredTop sz="74109" autoAdjust="0"/>
  </p:normalViewPr>
  <p:slideViewPr>
    <p:cSldViewPr snapToGrid="0">
      <p:cViewPr varScale="1">
        <p:scale>
          <a:sx n="76" d="100"/>
          <a:sy n="76" d="100"/>
        </p:scale>
        <p:origin x="18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is, Dan [US] (SP)" userId="96f20ae0-0c1c-497e-b9b2-e0a759ff3b23" providerId="ADAL" clId="{AD38503B-3538-4657-A119-7A18B2FBBB1D}"/>
    <pc:docChg chg="undo custSel modSld">
      <pc:chgData name="Harris, Dan [US] (SP)" userId="96f20ae0-0c1c-497e-b9b2-e0a759ff3b23" providerId="ADAL" clId="{AD38503B-3538-4657-A119-7A18B2FBBB1D}" dt="2023-03-29T01:43:33.345" v="205" actId="6549"/>
      <pc:docMkLst>
        <pc:docMk/>
      </pc:docMkLst>
      <pc:sldChg chg="delSp mod modTransition delAnim">
        <pc:chgData name="Harris, Dan [US] (SP)" userId="96f20ae0-0c1c-497e-b9b2-e0a759ff3b23" providerId="ADAL" clId="{AD38503B-3538-4657-A119-7A18B2FBBB1D}" dt="2023-02-20T21:48:34.757" v="1"/>
        <pc:sldMkLst>
          <pc:docMk/>
          <pc:sldMk cId="2523842617" sldId="256"/>
        </pc:sldMkLst>
        <pc:picChg chg="del">
          <ac:chgData name="Harris, Dan [US] (SP)" userId="96f20ae0-0c1c-497e-b9b2-e0a759ff3b23" providerId="ADAL" clId="{AD38503B-3538-4657-A119-7A18B2FBBB1D}" dt="2023-02-20T21:48:29.632" v="0" actId="478"/>
          <ac:picMkLst>
            <pc:docMk/>
            <pc:sldMk cId="2523842617" sldId="256"/>
            <ac:picMk id="29" creationId="{C2FCBA95-8D4B-6127-3D63-223C4D5933FE}"/>
          </ac:picMkLst>
        </pc:picChg>
      </pc:sldChg>
      <pc:sldChg chg="delSp modSp mod modTransition modAnim">
        <pc:chgData name="Harris, Dan [US] (SP)" userId="96f20ae0-0c1c-497e-b9b2-e0a759ff3b23" providerId="ADAL" clId="{AD38503B-3538-4657-A119-7A18B2FBBB1D}" dt="2023-03-28T17:15:50.497" v="4"/>
        <pc:sldMkLst>
          <pc:docMk/>
          <pc:sldMk cId="1731001948" sldId="257"/>
        </pc:sldMkLst>
        <pc:spChg chg="mod">
          <ac:chgData name="Harris, Dan [US] (SP)" userId="96f20ae0-0c1c-497e-b9b2-e0a759ff3b23" providerId="ADAL" clId="{AD38503B-3538-4657-A119-7A18B2FBBB1D}" dt="2023-03-28T17:15:50.497" v="4"/>
          <ac:spMkLst>
            <pc:docMk/>
            <pc:sldMk cId="1731001948" sldId="257"/>
            <ac:spMk id="10" creationId="{CE2E8CE4-E43C-E5F5-759D-B0F82FD41649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731001948" sldId="257"/>
            <ac:picMk id="13" creationId="{8E3135E8-128B-7313-2221-A6E092D90581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660822620" sldId="258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660822620" sldId="258"/>
            <ac:picMk id="19" creationId="{F6ED8C89-1CB6-1FE4-1F36-3C5A09E962B9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114970386" sldId="259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114970386" sldId="259"/>
            <ac:picMk id="15" creationId="{EB8399BB-1FA6-7DB7-5564-553B4F678632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4192983693" sldId="260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4192983693" sldId="260"/>
            <ac:picMk id="13" creationId="{0BC8AF13-857E-3FD1-F6BE-FD999E7272E4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587148428" sldId="261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587148428" sldId="261"/>
            <ac:picMk id="13" creationId="{2315EEE6-EDA6-BA4E-D969-2C64BD196414}"/>
          </ac:picMkLst>
        </pc:picChg>
        <pc:inkChg chg="del">
          <ac:chgData name="Harris, Dan [US] (SP)" userId="96f20ae0-0c1c-497e-b9b2-e0a759ff3b23" providerId="ADAL" clId="{AD38503B-3538-4657-A119-7A18B2FBBB1D}" dt="2023-02-20T21:48:34.757" v="1"/>
          <ac:inkMkLst>
            <pc:docMk/>
            <pc:sldMk cId="587148428" sldId="261"/>
            <ac:inkMk id="11" creationId="{1AD55D37-08F8-FC4C-7E9D-F1A6C98092EB}"/>
          </ac:inkMkLst>
        </pc:ink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717430542" sldId="262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717430542" sldId="262"/>
            <ac:picMk id="7" creationId="{FB21D1B9-9277-57D7-FAC2-89B7A98D6440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89300333" sldId="263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89300333" sldId="263"/>
            <ac:picMk id="6" creationId="{2DF4757D-B3A0-80CA-7CF8-42235A96B5CF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609068955" sldId="264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609068955" sldId="264"/>
            <ac:picMk id="7" creationId="{9476A365-F516-EA06-9B56-04A704A05D39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2128612897" sldId="265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2128612897" sldId="265"/>
            <ac:picMk id="6" creationId="{70ACC5DC-2717-1127-E524-53FB653E5C21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3004162119" sldId="266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3004162119" sldId="266"/>
            <ac:picMk id="13" creationId="{1C5A80CD-37EE-6601-D6C8-B18C51FD97B9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4289158110" sldId="267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4289158110" sldId="267"/>
            <ac:picMk id="15" creationId="{63A3C330-EF99-C75D-1ECC-413B92B3FDE6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182489055" sldId="268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182489055" sldId="268"/>
            <ac:picMk id="7" creationId="{AFAD1DDD-3D75-C922-628F-D919E1A0D5E7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37646108" sldId="269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37646108" sldId="269"/>
            <ac:picMk id="8" creationId="{24BFA24C-83D4-E0EE-3675-4FEAB583FB8B}"/>
          </ac:picMkLst>
        </pc:picChg>
      </pc:sldChg>
      <pc:sldChg chg="delSp modSp mod modTransition modClrScheme modAnim chgLayout">
        <pc:chgData name="Harris, Dan [US] (SP)" userId="96f20ae0-0c1c-497e-b9b2-e0a759ff3b23" providerId="ADAL" clId="{AD38503B-3538-4657-A119-7A18B2FBBB1D}" dt="2023-03-28T18:10:03.337" v="27" actId="404"/>
        <pc:sldMkLst>
          <pc:docMk/>
          <pc:sldMk cId="2931197488" sldId="270"/>
        </pc:sldMkLst>
        <pc:spChg chg="mod ord">
          <ac:chgData name="Harris, Dan [US] (SP)" userId="96f20ae0-0c1c-497e-b9b2-e0a759ff3b23" providerId="ADAL" clId="{AD38503B-3538-4657-A119-7A18B2FBBB1D}" dt="2023-03-28T18:09:59.465" v="26" actId="700"/>
          <ac:spMkLst>
            <pc:docMk/>
            <pc:sldMk cId="2931197488" sldId="270"/>
            <ac:spMk id="3" creationId="{F2208E27-7FDF-1420-B73F-9CC528F22102}"/>
          </ac:spMkLst>
        </pc:spChg>
        <pc:spChg chg="mod ord">
          <ac:chgData name="Harris, Dan [US] (SP)" userId="96f20ae0-0c1c-497e-b9b2-e0a759ff3b23" providerId="ADAL" clId="{AD38503B-3538-4657-A119-7A18B2FBBB1D}" dt="2023-03-28T18:09:59.465" v="26" actId="700"/>
          <ac:spMkLst>
            <pc:docMk/>
            <pc:sldMk cId="2931197488" sldId="270"/>
            <ac:spMk id="4" creationId="{F79474DF-B07F-05B1-4C2A-26AA928D664D}"/>
          </ac:spMkLst>
        </pc:spChg>
        <pc:spChg chg="mod ord">
          <ac:chgData name="Harris, Dan [US] (SP)" userId="96f20ae0-0c1c-497e-b9b2-e0a759ff3b23" providerId="ADAL" clId="{AD38503B-3538-4657-A119-7A18B2FBBB1D}" dt="2023-03-28T18:10:03.337" v="27" actId="404"/>
          <ac:spMkLst>
            <pc:docMk/>
            <pc:sldMk cId="2931197488" sldId="270"/>
            <ac:spMk id="5" creationId="{E693D1F7-897F-660F-1A9F-03CACCC43848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2931197488" sldId="270"/>
            <ac:picMk id="7" creationId="{FFBF4621-7035-CAD7-B830-7A2732281CAF}"/>
          </ac:picMkLst>
        </pc:picChg>
        <pc:inkChg chg="del">
          <ac:chgData name="Harris, Dan [US] (SP)" userId="96f20ae0-0c1c-497e-b9b2-e0a759ff3b23" providerId="ADAL" clId="{AD38503B-3538-4657-A119-7A18B2FBBB1D}" dt="2023-02-20T21:48:34.757" v="1"/>
          <ac:inkMkLst>
            <pc:docMk/>
            <pc:sldMk cId="2931197488" sldId="270"/>
            <ac:inkMk id="6" creationId="{4F436B66-92C1-71E8-64E6-9FB13D91AE86}"/>
          </ac:inkMkLst>
        </pc:ink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893172612" sldId="271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893172612" sldId="271"/>
            <ac:picMk id="4" creationId="{0F62609B-9C55-6A5D-944F-2BB79621E837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391568786" sldId="273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391568786" sldId="273"/>
            <ac:picMk id="12" creationId="{890B880F-35A7-D8C1-9216-86B40E772233}"/>
          </ac:picMkLst>
        </pc:picChg>
        <pc:inkChg chg="del">
          <ac:chgData name="Harris, Dan [US] (SP)" userId="96f20ae0-0c1c-497e-b9b2-e0a759ff3b23" providerId="ADAL" clId="{AD38503B-3538-4657-A119-7A18B2FBBB1D}" dt="2023-02-20T21:48:34.757" v="1"/>
          <ac:inkMkLst>
            <pc:docMk/>
            <pc:sldMk cId="1391568786" sldId="273"/>
            <ac:inkMk id="11" creationId="{78E7B41F-0777-4B3D-EE4A-FB398DF77B34}"/>
          </ac:inkMkLst>
        </pc:ink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708062436" sldId="274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708062436" sldId="274"/>
            <ac:picMk id="14" creationId="{A5623BFE-9229-50B2-9B98-4E7C2EB2EBC4}"/>
          </ac:picMkLst>
        </pc:picChg>
      </pc:sldChg>
      <pc:sldChg chg="addSp delSp modSp mod modTransition modAnim">
        <pc:chgData name="Harris, Dan [US] (SP)" userId="96f20ae0-0c1c-497e-b9b2-e0a759ff3b23" providerId="ADAL" clId="{AD38503B-3538-4657-A119-7A18B2FBBB1D}" dt="2023-03-28T19:10:40.156" v="81"/>
        <pc:sldMkLst>
          <pc:docMk/>
          <pc:sldMk cId="4079922547" sldId="275"/>
        </pc:sldMkLst>
        <pc:spChg chg="add del mod">
          <ac:chgData name="Harris, Dan [US] (SP)" userId="96f20ae0-0c1c-497e-b9b2-e0a759ff3b23" providerId="ADAL" clId="{AD38503B-3538-4657-A119-7A18B2FBBB1D}" dt="2023-03-28T19:10:39.958" v="80" actId="478"/>
          <ac:spMkLst>
            <pc:docMk/>
            <pc:sldMk cId="4079922547" sldId="275"/>
            <ac:spMk id="2" creationId="{A197F965-F599-6118-425C-A804F5942825}"/>
          </ac:spMkLst>
        </pc:spChg>
        <pc:spChg chg="add mod">
          <ac:chgData name="Harris, Dan [US] (SP)" userId="96f20ae0-0c1c-497e-b9b2-e0a759ff3b23" providerId="ADAL" clId="{AD38503B-3538-4657-A119-7A18B2FBBB1D}" dt="2023-03-28T19:10:40.156" v="81"/>
          <ac:spMkLst>
            <pc:docMk/>
            <pc:sldMk cId="4079922547" sldId="275"/>
            <ac:spMk id="6" creationId="{983EAA6D-CE0E-4C6B-4D40-5B86CF245869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4079922547" sldId="275"/>
            <ac:picMk id="9" creationId="{DEABEC7E-B40D-42DE-567B-AA5285843401}"/>
          </ac:picMkLst>
        </pc:picChg>
        <pc:inkChg chg="del">
          <ac:chgData name="Harris, Dan [US] (SP)" userId="96f20ae0-0c1c-497e-b9b2-e0a759ff3b23" providerId="ADAL" clId="{AD38503B-3538-4657-A119-7A18B2FBBB1D}" dt="2023-02-20T21:48:34.757" v="1"/>
          <ac:inkMkLst>
            <pc:docMk/>
            <pc:sldMk cId="4079922547" sldId="275"/>
            <ac:inkMk id="6" creationId="{7C34E989-141B-7AC9-7DC4-C5BA0F5CEE95}"/>
          </ac:inkMkLst>
        </pc:ink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959215455" sldId="276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959215455" sldId="276"/>
            <ac:picMk id="7" creationId="{6BE90205-0830-9A86-A9C3-9804ACBC0090}"/>
          </ac:picMkLst>
        </pc:picChg>
      </pc:sldChg>
      <pc:sldChg chg="addSp delSp modSp mod modTransition modAnim">
        <pc:chgData name="Harris, Dan [US] (SP)" userId="96f20ae0-0c1c-497e-b9b2-e0a759ff3b23" providerId="ADAL" clId="{AD38503B-3538-4657-A119-7A18B2FBBB1D}" dt="2023-03-28T19:11:08.648" v="118" actId="20577"/>
        <pc:sldMkLst>
          <pc:docMk/>
          <pc:sldMk cId="2579061821" sldId="277"/>
        </pc:sldMkLst>
        <pc:spChg chg="add mod">
          <ac:chgData name="Harris, Dan [US] (SP)" userId="96f20ae0-0c1c-497e-b9b2-e0a759ff3b23" providerId="ADAL" clId="{AD38503B-3538-4657-A119-7A18B2FBBB1D}" dt="2023-03-28T19:11:08.648" v="118" actId="20577"/>
          <ac:spMkLst>
            <pc:docMk/>
            <pc:sldMk cId="2579061821" sldId="277"/>
            <ac:spMk id="2" creationId="{C8DCD4D4-F6AD-72BB-579C-4A7FC40BDBBE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2579061821" sldId="277"/>
            <ac:picMk id="16" creationId="{9EAB49B5-1B35-C6A2-2C14-958108D45C6C}"/>
          </ac:picMkLst>
        </pc:picChg>
        <pc:inkChg chg="del">
          <ac:chgData name="Harris, Dan [US] (SP)" userId="96f20ae0-0c1c-497e-b9b2-e0a759ff3b23" providerId="ADAL" clId="{AD38503B-3538-4657-A119-7A18B2FBBB1D}" dt="2023-02-20T21:48:34.757" v="1"/>
          <ac:inkMkLst>
            <pc:docMk/>
            <pc:sldMk cId="2579061821" sldId="277"/>
            <ac:inkMk id="11" creationId="{26AEFC0A-6A12-49BA-21D6-CE4BEF1BFFBD}"/>
          </ac:inkMkLst>
        </pc:ink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474829914" sldId="278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474829914" sldId="278"/>
            <ac:picMk id="14" creationId="{FC3132A4-0174-9C09-9B7D-99BDAB476DD5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3276143610" sldId="279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3276143610" sldId="279"/>
            <ac:picMk id="15" creationId="{336F9AB1-595E-CA32-E60A-1C60E9B9188B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4196261020" sldId="281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4196261020" sldId="281"/>
            <ac:picMk id="9" creationId="{618A4CA1-1196-8FE8-1D05-0251AABA112D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3692517129" sldId="282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3692517129" sldId="282"/>
            <ac:picMk id="3" creationId="{FABF2FF0-9F35-5875-2F58-2E2EFCE638D0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842019999" sldId="283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842019999" sldId="283"/>
            <ac:picMk id="22" creationId="{FCF46553-FDE0-EB42-FEC5-50A59E90D8DA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2627175088" sldId="284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2627175088" sldId="284"/>
            <ac:picMk id="23" creationId="{20461073-CD96-2CF6-7615-660FFFDFD8DE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948362532" sldId="285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948362532" sldId="285"/>
            <ac:picMk id="24" creationId="{D5165A70-F0B7-FDE5-90A4-B811E802655F}"/>
          </ac:picMkLst>
        </pc:picChg>
      </pc:sldChg>
      <pc:sldChg chg="delSp modSp modTransition modAnim">
        <pc:chgData name="Harris, Dan [US] (SP)" userId="96f20ae0-0c1c-497e-b9b2-e0a759ff3b23" providerId="ADAL" clId="{AD38503B-3538-4657-A119-7A18B2FBBB1D}" dt="2023-03-29T00:13:43.362" v="120" actId="20577"/>
        <pc:sldMkLst>
          <pc:docMk/>
          <pc:sldMk cId="2526765725" sldId="286"/>
        </pc:sldMkLst>
        <pc:spChg chg="mod">
          <ac:chgData name="Harris, Dan [US] (SP)" userId="96f20ae0-0c1c-497e-b9b2-e0a759ff3b23" providerId="ADAL" clId="{AD38503B-3538-4657-A119-7A18B2FBBB1D}" dt="2023-03-29T00:13:43.362" v="120" actId="20577"/>
          <ac:spMkLst>
            <pc:docMk/>
            <pc:sldMk cId="2526765725" sldId="286"/>
            <ac:spMk id="6" creationId="{EB1637FE-AF0A-66A8-CBBB-ADAD39B0C13F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2526765725" sldId="286"/>
            <ac:picMk id="7" creationId="{F2DBE60F-670E-5083-7B90-F18CE0784409}"/>
          </ac:picMkLst>
        </pc:picChg>
      </pc:sldChg>
      <pc:sldChg chg="delSp modSp mod modTransition modAnim">
        <pc:chgData name="Harris, Dan [US] (SP)" userId="96f20ae0-0c1c-497e-b9b2-e0a759ff3b23" providerId="ADAL" clId="{AD38503B-3538-4657-A119-7A18B2FBBB1D}" dt="2023-03-29T01:11:36.908" v="157" actId="6549"/>
        <pc:sldMkLst>
          <pc:docMk/>
          <pc:sldMk cId="1150272227" sldId="287"/>
        </pc:sldMkLst>
        <pc:spChg chg="mod">
          <ac:chgData name="Harris, Dan [US] (SP)" userId="96f20ae0-0c1c-497e-b9b2-e0a759ff3b23" providerId="ADAL" clId="{AD38503B-3538-4657-A119-7A18B2FBBB1D}" dt="2023-03-29T01:11:36.908" v="157" actId="6549"/>
          <ac:spMkLst>
            <pc:docMk/>
            <pc:sldMk cId="1150272227" sldId="287"/>
            <ac:spMk id="6" creationId="{EB1637FE-AF0A-66A8-CBBB-ADAD39B0C13F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150272227" sldId="287"/>
            <ac:picMk id="3" creationId="{487B0154-8539-35F4-4E44-E303D1B8B658}"/>
          </ac:picMkLst>
        </pc:picChg>
      </pc:sldChg>
      <pc:sldChg chg="delSp modSp modTransition modAnim modNotesTx">
        <pc:chgData name="Harris, Dan [US] (SP)" userId="96f20ae0-0c1c-497e-b9b2-e0a759ff3b23" providerId="ADAL" clId="{AD38503B-3538-4657-A119-7A18B2FBBB1D}" dt="2023-03-29T01:17:40.216" v="196" actId="6549"/>
        <pc:sldMkLst>
          <pc:docMk/>
          <pc:sldMk cId="1194958005" sldId="288"/>
        </pc:sldMkLst>
        <pc:spChg chg="mod">
          <ac:chgData name="Harris, Dan [US] (SP)" userId="96f20ae0-0c1c-497e-b9b2-e0a759ff3b23" providerId="ADAL" clId="{AD38503B-3538-4657-A119-7A18B2FBBB1D}" dt="2023-03-29T01:13:09.681" v="194" actId="6549"/>
          <ac:spMkLst>
            <pc:docMk/>
            <pc:sldMk cId="1194958005" sldId="288"/>
            <ac:spMk id="3" creationId="{F98B4D83-548B-FBD7-918C-2336C77547F3}"/>
          </ac:spMkLst>
        </pc:spChg>
        <pc:spChg chg="mod">
          <ac:chgData name="Harris, Dan [US] (SP)" userId="96f20ae0-0c1c-497e-b9b2-e0a759ff3b23" providerId="ADAL" clId="{AD38503B-3538-4657-A119-7A18B2FBBB1D}" dt="2023-03-29T01:12:42.504" v="190"/>
          <ac:spMkLst>
            <pc:docMk/>
            <pc:sldMk cId="1194958005" sldId="288"/>
            <ac:spMk id="6" creationId="{EB1637FE-AF0A-66A8-CBBB-ADAD39B0C13F}"/>
          </ac:spMkLst>
        </pc:spChg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194958005" sldId="288"/>
            <ac:picMk id="7" creationId="{CF0B169C-80BF-793D-0935-0A8EF3DE650B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935857784" sldId="289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935857784" sldId="289"/>
            <ac:picMk id="3" creationId="{20D170AF-041E-69EA-C911-849BF8A4C8EE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541668865" sldId="290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541668865" sldId="290"/>
            <ac:picMk id="41" creationId="{26DFF371-F4E9-2BE0-E429-BD723F0EE017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705717950" sldId="291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705717950" sldId="291"/>
            <ac:picMk id="3" creationId="{46AD4325-F126-EC0E-59D2-CC5410518B5C}"/>
          </ac:picMkLst>
        </pc:picChg>
      </pc:sldChg>
      <pc:sldChg chg="delSp modTransition modAnim">
        <pc:chgData name="Harris, Dan [US] (SP)" userId="96f20ae0-0c1c-497e-b9b2-e0a759ff3b23" providerId="ADAL" clId="{AD38503B-3538-4657-A119-7A18B2FBBB1D}" dt="2023-02-20T21:48:34.757" v="1"/>
        <pc:sldMkLst>
          <pc:docMk/>
          <pc:sldMk cId="1232770943" sldId="292"/>
        </pc:sldMkLst>
        <pc:picChg chg="del">
          <ac:chgData name="Harris, Dan [US] (SP)" userId="96f20ae0-0c1c-497e-b9b2-e0a759ff3b23" providerId="ADAL" clId="{AD38503B-3538-4657-A119-7A18B2FBBB1D}" dt="2023-02-20T21:48:34.757" v="1"/>
          <ac:picMkLst>
            <pc:docMk/>
            <pc:sldMk cId="1232770943" sldId="292"/>
            <ac:picMk id="5" creationId="{CB84CAF7-EA9E-97A5-3C35-2106C33F60F4}"/>
          </ac:picMkLst>
        </pc:picChg>
      </pc:sldChg>
      <pc:sldChg chg="modSp mod modTransition">
        <pc:chgData name="Harris, Dan [US] (SP)" userId="96f20ae0-0c1c-497e-b9b2-e0a759ff3b23" providerId="ADAL" clId="{AD38503B-3538-4657-A119-7A18B2FBBB1D}" dt="2023-03-29T01:43:33.345" v="205" actId="6549"/>
        <pc:sldMkLst>
          <pc:docMk/>
          <pc:sldMk cId="2097814949" sldId="293"/>
        </pc:sldMkLst>
        <pc:spChg chg="mod">
          <ac:chgData name="Harris, Dan [US] (SP)" userId="96f20ae0-0c1c-497e-b9b2-e0a759ff3b23" providerId="ADAL" clId="{AD38503B-3538-4657-A119-7A18B2FBBB1D}" dt="2023-03-29T01:43:33.345" v="205" actId="6549"/>
          <ac:spMkLst>
            <pc:docMk/>
            <pc:sldMk cId="2097814949" sldId="293"/>
            <ac:spMk id="6" creationId="{719208F1-4F86-7BE3-9AB4-101C42F3D8CB}"/>
          </ac:spMkLst>
        </pc:spChg>
        <pc:spChg chg="mod">
          <ac:chgData name="Harris, Dan [US] (SP)" userId="96f20ae0-0c1c-497e-b9b2-e0a759ff3b23" providerId="ADAL" clId="{AD38503B-3538-4657-A119-7A18B2FBBB1D}" dt="2023-03-29T01:43:28.346" v="204" actId="20577"/>
          <ac:spMkLst>
            <pc:docMk/>
            <pc:sldMk cId="2097814949" sldId="293"/>
            <ac:spMk id="46" creationId="{29A9DCB7-B5D7-F1AF-3E32-16F9892D1827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image" Target="../media/image16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A264E1-1B87-4EF4-97FF-E5BB237F00C5}" type="doc">
      <dgm:prSet loTypeId="urn:microsoft.com/office/officeart/2005/8/layout/cycle1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0ADC9AF-8B86-48C9-B005-C9DD936A454D}">
      <dgm:prSet phldrT="[Text]"/>
      <dgm:spPr/>
      <dgm:t>
        <a:bodyPr/>
        <a:lstStyle/>
        <a:p>
          <a:r>
            <a:rPr lang="en-US" sz="2800" dirty="0"/>
            <a:t>Observe</a:t>
          </a:r>
        </a:p>
      </dgm:t>
    </dgm:pt>
    <dgm:pt modelId="{3988AE0C-623D-4BEB-915A-C90F2F1F6433}" type="parTrans" cxnId="{3C5DC51C-BFE2-495E-8A52-A00694F7AFCF}">
      <dgm:prSet/>
      <dgm:spPr/>
      <dgm:t>
        <a:bodyPr/>
        <a:lstStyle/>
        <a:p>
          <a:endParaRPr lang="en-US"/>
        </a:p>
      </dgm:t>
    </dgm:pt>
    <dgm:pt modelId="{7FE52212-ED60-4A8A-8C4D-DF166AF32BEC}" type="sibTrans" cxnId="{3C5DC51C-BFE2-495E-8A52-A00694F7AFCF}">
      <dgm:prSet/>
      <dgm:spPr/>
      <dgm:t>
        <a:bodyPr/>
        <a:lstStyle/>
        <a:p>
          <a:endParaRPr lang="en-US"/>
        </a:p>
      </dgm:t>
    </dgm:pt>
    <dgm:pt modelId="{24D9DD88-90F0-46DD-9233-CD2C774BAA9E}">
      <dgm:prSet phldrT="[Text]"/>
      <dgm:spPr/>
      <dgm:t>
        <a:bodyPr/>
        <a:lstStyle/>
        <a:p>
          <a:r>
            <a:rPr lang="en-US" sz="3200" dirty="0"/>
            <a:t>Orient</a:t>
          </a:r>
        </a:p>
      </dgm:t>
    </dgm:pt>
    <dgm:pt modelId="{07B6BDC9-7A3E-4E9E-B3F4-D111DAC22EAA}" type="parTrans" cxnId="{7A490FBA-755D-4BEE-9198-99BBE6164FFA}">
      <dgm:prSet/>
      <dgm:spPr/>
      <dgm:t>
        <a:bodyPr/>
        <a:lstStyle/>
        <a:p>
          <a:endParaRPr lang="en-US"/>
        </a:p>
      </dgm:t>
    </dgm:pt>
    <dgm:pt modelId="{31FB0010-4C78-4DAB-80C3-6470F2274856}" type="sibTrans" cxnId="{7A490FBA-755D-4BEE-9198-99BBE6164FFA}">
      <dgm:prSet/>
      <dgm:spPr/>
      <dgm:t>
        <a:bodyPr/>
        <a:lstStyle/>
        <a:p>
          <a:endParaRPr lang="en-US"/>
        </a:p>
      </dgm:t>
    </dgm:pt>
    <dgm:pt modelId="{7C10DA69-539B-476C-A183-7833AF9EEDC0}">
      <dgm:prSet phldrT="[Text]"/>
      <dgm:spPr/>
      <dgm:t>
        <a:bodyPr/>
        <a:lstStyle/>
        <a:p>
          <a:r>
            <a:rPr lang="en-US" sz="2800" dirty="0"/>
            <a:t>Decide</a:t>
          </a:r>
        </a:p>
      </dgm:t>
    </dgm:pt>
    <dgm:pt modelId="{0268DEA6-23F0-4A6C-B4D8-345732FEC0CA}" type="parTrans" cxnId="{E72B73A7-B5CC-488C-8A7F-D50530677719}">
      <dgm:prSet/>
      <dgm:spPr/>
      <dgm:t>
        <a:bodyPr/>
        <a:lstStyle/>
        <a:p>
          <a:endParaRPr lang="en-US"/>
        </a:p>
      </dgm:t>
    </dgm:pt>
    <dgm:pt modelId="{E0E388C1-EA44-4E7E-AFC7-D009629173B4}" type="sibTrans" cxnId="{E72B73A7-B5CC-488C-8A7F-D50530677719}">
      <dgm:prSet/>
      <dgm:spPr/>
      <dgm:t>
        <a:bodyPr/>
        <a:lstStyle/>
        <a:p>
          <a:endParaRPr lang="en-US"/>
        </a:p>
      </dgm:t>
    </dgm:pt>
    <dgm:pt modelId="{5EDBDA03-0EF1-42D0-9703-54632191704C}">
      <dgm:prSet phldrT="[Text]"/>
      <dgm:spPr/>
      <dgm:t>
        <a:bodyPr/>
        <a:lstStyle/>
        <a:p>
          <a:r>
            <a:rPr lang="en-US" sz="3200" dirty="0"/>
            <a:t>Act</a:t>
          </a:r>
        </a:p>
      </dgm:t>
    </dgm:pt>
    <dgm:pt modelId="{53E0DBC6-F85A-46CF-9EBC-4FBEEAB3E731}" type="parTrans" cxnId="{14756BD6-81AB-4837-81A1-CA4175BC9578}">
      <dgm:prSet/>
      <dgm:spPr/>
      <dgm:t>
        <a:bodyPr/>
        <a:lstStyle/>
        <a:p>
          <a:endParaRPr lang="en-US"/>
        </a:p>
      </dgm:t>
    </dgm:pt>
    <dgm:pt modelId="{BED1A36C-CB93-45E6-9051-689D830ACF5A}" type="sibTrans" cxnId="{14756BD6-81AB-4837-81A1-CA4175BC9578}">
      <dgm:prSet/>
      <dgm:spPr/>
      <dgm:t>
        <a:bodyPr/>
        <a:lstStyle/>
        <a:p>
          <a:endParaRPr lang="en-US"/>
        </a:p>
      </dgm:t>
    </dgm:pt>
    <dgm:pt modelId="{3941ECAA-B6A4-410F-B25E-6DE96BDB76F1}">
      <dgm:prSet phldrT="[Text]" custT="1"/>
      <dgm:spPr/>
      <dgm:t>
        <a:bodyPr/>
        <a:lstStyle/>
        <a:p>
          <a:r>
            <a:rPr lang="en-US" sz="1600" b="0" dirty="0">
              <a:solidFill>
                <a:schemeClr val="tx2"/>
              </a:solidFill>
            </a:rPr>
            <a:t>Credal</a:t>
          </a:r>
          <a:r>
            <a:rPr lang="en-US" sz="1600" dirty="0">
              <a:solidFill>
                <a:schemeClr val="tx2"/>
              </a:solidFill>
            </a:rPr>
            <a:t> Level</a:t>
          </a:r>
        </a:p>
      </dgm:t>
    </dgm:pt>
    <dgm:pt modelId="{60B21F70-583B-47FA-BCCC-0607A18650FE}" type="parTrans" cxnId="{2F48DA44-DC91-448E-9AE9-1302C6A78A1B}">
      <dgm:prSet/>
      <dgm:spPr/>
      <dgm:t>
        <a:bodyPr/>
        <a:lstStyle/>
        <a:p>
          <a:endParaRPr lang="en-US"/>
        </a:p>
      </dgm:t>
    </dgm:pt>
    <dgm:pt modelId="{A41A196D-1106-447E-BC76-B2B7919B352D}" type="sibTrans" cxnId="{2F48DA44-DC91-448E-9AE9-1302C6A78A1B}">
      <dgm:prSet/>
      <dgm:spPr/>
      <dgm:t>
        <a:bodyPr/>
        <a:lstStyle/>
        <a:p>
          <a:endParaRPr lang="en-US"/>
        </a:p>
      </dgm:t>
    </dgm:pt>
    <dgm:pt modelId="{332E5C42-62E7-4E1A-9F9E-858D107CBAFF}">
      <dgm:prSet phldrT="[Text]" custT="1"/>
      <dgm:spPr/>
      <dgm:t>
        <a:bodyPr/>
        <a:lstStyle/>
        <a:p>
          <a:r>
            <a:rPr lang="en-US" sz="1600" b="0" dirty="0" err="1">
              <a:solidFill>
                <a:schemeClr val="tx2"/>
              </a:solidFill>
            </a:rPr>
            <a:t>Pignisitic</a:t>
          </a:r>
          <a:r>
            <a:rPr lang="en-US" sz="1600" dirty="0">
              <a:solidFill>
                <a:schemeClr val="tx2"/>
              </a:solidFill>
            </a:rPr>
            <a:t> Level</a:t>
          </a:r>
        </a:p>
      </dgm:t>
    </dgm:pt>
    <dgm:pt modelId="{51E2A475-609F-4CB5-8FD4-26DBC4703059}" type="parTrans" cxnId="{4A866440-7272-433E-BC9F-B4D7EB105539}">
      <dgm:prSet/>
      <dgm:spPr/>
      <dgm:t>
        <a:bodyPr/>
        <a:lstStyle/>
        <a:p>
          <a:endParaRPr lang="en-US"/>
        </a:p>
      </dgm:t>
    </dgm:pt>
    <dgm:pt modelId="{9AFEF2F8-1CF9-4F43-A727-F164140A4AAA}" type="sibTrans" cxnId="{4A866440-7272-433E-BC9F-B4D7EB105539}">
      <dgm:prSet/>
      <dgm:spPr/>
      <dgm:t>
        <a:bodyPr/>
        <a:lstStyle/>
        <a:p>
          <a:endParaRPr lang="en-US"/>
        </a:p>
      </dgm:t>
    </dgm:pt>
    <dgm:pt modelId="{B765F308-115C-4BF9-9C2C-FDDF769C8CAA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Perceptual Level</a:t>
          </a:r>
        </a:p>
      </dgm:t>
    </dgm:pt>
    <dgm:pt modelId="{40269FDF-EEF5-4DD7-B069-7052D1372899}" type="parTrans" cxnId="{74C98B42-20C6-46EF-ADF9-46EE181E7F66}">
      <dgm:prSet/>
      <dgm:spPr/>
      <dgm:t>
        <a:bodyPr/>
        <a:lstStyle/>
        <a:p>
          <a:endParaRPr lang="en-US"/>
        </a:p>
      </dgm:t>
    </dgm:pt>
    <dgm:pt modelId="{4C509B65-D722-4820-9365-633DF5236201}" type="sibTrans" cxnId="{74C98B42-20C6-46EF-ADF9-46EE181E7F66}">
      <dgm:prSet/>
      <dgm:spPr/>
      <dgm:t>
        <a:bodyPr/>
        <a:lstStyle/>
        <a:p>
          <a:endParaRPr lang="en-US"/>
        </a:p>
      </dgm:t>
    </dgm:pt>
    <dgm:pt modelId="{27305E2F-6B4D-4DD0-9712-C4C7A1EB91E0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Existential Level</a:t>
          </a:r>
        </a:p>
      </dgm:t>
    </dgm:pt>
    <dgm:pt modelId="{87B77104-7A60-4D64-B0BD-0AA9E27DB6F8}" type="parTrans" cxnId="{57176591-7A2A-4866-BE0D-B680300772CA}">
      <dgm:prSet/>
      <dgm:spPr/>
      <dgm:t>
        <a:bodyPr/>
        <a:lstStyle/>
        <a:p>
          <a:endParaRPr lang="en-US"/>
        </a:p>
      </dgm:t>
    </dgm:pt>
    <dgm:pt modelId="{B632660B-9DF1-4050-8A13-4E1FEE5F00A1}" type="sibTrans" cxnId="{57176591-7A2A-4866-BE0D-B680300772CA}">
      <dgm:prSet/>
      <dgm:spPr/>
      <dgm:t>
        <a:bodyPr/>
        <a:lstStyle/>
        <a:p>
          <a:endParaRPr lang="en-US"/>
        </a:p>
      </dgm:t>
    </dgm:pt>
    <dgm:pt modelId="{050A9778-B7F9-4BE2-AC58-7A57603AB6AD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Collect evidence</a:t>
          </a:r>
          <a:endParaRPr lang="en-US" sz="2200" dirty="0">
            <a:solidFill>
              <a:schemeClr val="tx2"/>
            </a:solidFill>
          </a:endParaRPr>
        </a:p>
      </dgm:t>
    </dgm:pt>
    <dgm:pt modelId="{29BE5584-A249-4FF3-AD82-9E9D2A258704}" type="parTrans" cxnId="{F2077D78-BC51-4E23-B294-55B1C4A0F806}">
      <dgm:prSet/>
      <dgm:spPr/>
      <dgm:t>
        <a:bodyPr/>
        <a:lstStyle/>
        <a:p>
          <a:endParaRPr lang="en-US"/>
        </a:p>
      </dgm:t>
    </dgm:pt>
    <dgm:pt modelId="{A42EAD18-A1DD-4551-819F-32382FEAFFC6}" type="sibTrans" cxnId="{F2077D78-BC51-4E23-B294-55B1C4A0F806}">
      <dgm:prSet/>
      <dgm:spPr/>
      <dgm:t>
        <a:bodyPr/>
        <a:lstStyle/>
        <a:p>
          <a:endParaRPr lang="en-US"/>
        </a:p>
      </dgm:t>
    </dgm:pt>
    <dgm:pt modelId="{22908ED7-3C18-4F5C-9EFF-FEAE5AA7D134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Make sense of evidence</a:t>
          </a:r>
        </a:p>
      </dgm:t>
    </dgm:pt>
    <dgm:pt modelId="{DCD4D2DC-390F-4E8D-BD63-71F98D93307E}" type="parTrans" cxnId="{9988311D-515C-42B7-B47A-C3FD0CCC8AFF}">
      <dgm:prSet/>
      <dgm:spPr/>
      <dgm:t>
        <a:bodyPr/>
        <a:lstStyle/>
        <a:p>
          <a:endParaRPr lang="en-US"/>
        </a:p>
      </dgm:t>
    </dgm:pt>
    <dgm:pt modelId="{9FC6BFCA-BE97-44E5-BAE4-7914F4D1893F}" type="sibTrans" cxnId="{9988311D-515C-42B7-B47A-C3FD0CCC8AFF}">
      <dgm:prSet/>
      <dgm:spPr/>
      <dgm:t>
        <a:bodyPr/>
        <a:lstStyle/>
        <a:p>
          <a:endParaRPr lang="en-US"/>
        </a:p>
      </dgm:t>
    </dgm:pt>
    <dgm:pt modelId="{90B7592B-DDDC-485C-83D4-FFF4A97E703D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Use evidence</a:t>
          </a:r>
        </a:p>
      </dgm:t>
    </dgm:pt>
    <dgm:pt modelId="{B234E4C3-CD68-4DF7-B4C3-607B735CE122}" type="parTrans" cxnId="{C6A30A67-5201-4D54-B1DF-F96AE792B38B}">
      <dgm:prSet/>
      <dgm:spPr/>
      <dgm:t>
        <a:bodyPr/>
        <a:lstStyle/>
        <a:p>
          <a:endParaRPr lang="en-US"/>
        </a:p>
      </dgm:t>
    </dgm:pt>
    <dgm:pt modelId="{7B3EBD14-5F99-4719-AF1C-DA9B6C7E55AD}" type="sibTrans" cxnId="{C6A30A67-5201-4D54-B1DF-F96AE792B38B}">
      <dgm:prSet/>
      <dgm:spPr/>
      <dgm:t>
        <a:bodyPr/>
        <a:lstStyle/>
        <a:p>
          <a:endParaRPr lang="en-US"/>
        </a:p>
      </dgm:t>
    </dgm:pt>
    <dgm:pt modelId="{2E946C27-90FE-4298-9A4F-A0F33E4B1B84}">
      <dgm:prSet phldrT="[Text]" custT="1"/>
      <dgm:spPr/>
      <dgm:t>
        <a:bodyPr/>
        <a:lstStyle/>
        <a:p>
          <a:r>
            <a:rPr lang="en-US" sz="1600" dirty="0">
              <a:solidFill>
                <a:schemeClr val="tx2"/>
              </a:solidFill>
            </a:rPr>
            <a:t>Cause of evidence</a:t>
          </a:r>
        </a:p>
      </dgm:t>
    </dgm:pt>
    <dgm:pt modelId="{3E18896F-14D5-4DA2-AEB3-F8C14B57C686}" type="parTrans" cxnId="{126A7863-FBE4-4D09-9E11-A07704DC3D46}">
      <dgm:prSet/>
      <dgm:spPr/>
      <dgm:t>
        <a:bodyPr/>
        <a:lstStyle/>
        <a:p>
          <a:endParaRPr lang="en-US"/>
        </a:p>
      </dgm:t>
    </dgm:pt>
    <dgm:pt modelId="{9F2DE751-2FD0-4530-B612-E05A5F2E154A}" type="sibTrans" cxnId="{126A7863-FBE4-4D09-9E11-A07704DC3D46}">
      <dgm:prSet/>
      <dgm:spPr/>
      <dgm:t>
        <a:bodyPr/>
        <a:lstStyle/>
        <a:p>
          <a:endParaRPr lang="en-US"/>
        </a:p>
      </dgm:t>
    </dgm:pt>
    <dgm:pt modelId="{C0975304-4CCE-4876-B93D-6784008D0FB1}" type="pres">
      <dgm:prSet presAssocID="{F9A264E1-1B87-4EF4-97FF-E5BB237F00C5}" presName="cycle" presStyleCnt="0">
        <dgm:presLayoutVars>
          <dgm:dir/>
          <dgm:resizeHandles val="exact"/>
        </dgm:presLayoutVars>
      </dgm:prSet>
      <dgm:spPr/>
    </dgm:pt>
    <dgm:pt modelId="{8FF77ED4-C93A-4C4B-895C-84531DB085C7}" type="pres">
      <dgm:prSet presAssocID="{80ADC9AF-8B86-48C9-B005-C9DD936A454D}" presName="dummy" presStyleCnt="0"/>
      <dgm:spPr/>
    </dgm:pt>
    <dgm:pt modelId="{36CFF86C-ACEB-433C-AB5B-CDC6AA129A0E}" type="pres">
      <dgm:prSet presAssocID="{80ADC9AF-8B86-48C9-B005-C9DD936A454D}" presName="node" presStyleLbl="revTx" presStyleIdx="0" presStyleCnt="4">
        <dgm:presLayoutVars>
          <dgm:bulletEnabled val="1"/>
        </dgm:presLayoutVars>
      </dgm:prSet>
      <dgm:spPr/>
    </dgm:pt>
    <dgm:pt modelId="{48ADBB62-91AF-465F-9A0B-FB63F3169B9C}" type="pres">
      <dgm:prSet presAssocID="{7FE52212-ED60-4A8A-8C4D-DF166AF32BEC}" presName="sibTrans" presStyleLbl="node1" presStyleIdx="0" presStyleCnt="4"/>
      <dgm:spPr/>
    </dgm:pt>
    <dgm:pt modelId="{FFB8C826-608F-43DA-A835-6E80C88A6EA0}" type="pres">
      <dgm:prSet presAssocID="{24D9DD88-90F0-46DD-9233-CD2C774BAA9E}" presName="dummy" presStyleCnt="0"/>
      <dgm:spPr/>
    </dgm:pt>
    <dgm:pt modelId="{DC288ABA-AD4E-47F6-A3DB-8F07A2525591}" type="pres">
      <dgm:prSet presAssocID="{24D9DD88-90F0-46DD-9233-CD2C774BAA9E}" presName="node" presStyleLbl="revTx" presStyleIdx="1" presStyleCnt="4">
        <dgm:presLayoutVars>
          <dgm:bulletEnabled val="1"/>
        </dgm:presLayoutVars>
      </dgm:prSet>
      <dgm:spPr/>
    </dgm:pt>
    <dgm:pt modelId="{989803AD-4A14-4A74-9F37-F663AA980E7D}" type="pres">
      <dgm:prSet presAssocID="{31FB0010-4C78-4DAB-80C3-6470F2274856}" presName="sibTrans" presStyleLbl="node1" presStyleIdx="1" presStyleCnt="4"/>
      <dgm:spPr/>
    </dgm:pt>
    <dgm:pt modelId="{AA866FE7-6B0B-420A-A0A3-2358D97546D2}" type="pres">
      <dgm:prSet presAssocID="{7C10DA69-539B-476C-A183-7833AF9EEDC0}" presName="dummy" presStyleCnt="0"/>
      <dgm:spPr/>
    </dgm:pt>
    <dgm:pt modelId="{4F687BC2-CAC9-4555-A34F-4B5DCFCD7383}" type="pres">
      <dgm:prSet presAssocID="{7C10DA69-539B-476C-A183-7833AF9EEDC0}" presName="node" presStyleLbl="revTx" presStyleIdx="2" presStyleCnt="4">
        <dgm:presLayoutVars>
          <dgm:bulletEnabled val="1"/>
        </dgm:presLayoutVars>
      </dgm:prSet>
      <dgm:spPr/>
    </dgm:pt>
    <dgm:pt modelId="{4E56CFDD-000D-48E2-900A-022D9BFF2EE5}" type="pres">
      <dgm:prSet presAssocID="{E0E388C1-EA44-4E7E-AFC7-D009629173B4}" presName="sibTrans" presStyleLbl="node1" presStyleIdx="2" presStyleCnt="4"/>
      <dgm:spPr/>
    </dgm:pt>
    <dgm:pt modelId="{802B37A1-2ED5-47AF-AF51-D27C753C4575}" type="pres">
      <dgm:prSet presAssocID="{5EDBDA03-0EF1-42D0-9703-54632191704C}" presName="dummy" presStyleCnt="0"/>
      <dgm:spPr/>
    </dgm:pt>
    <dgm:pt modelId="{9BEF7E2A-B7D9-4871-B0D4-FA3597634686}" type="pres">
      <dgm:prSet presAssocID="{5EDBDA03-0EF1-42D0-9703-54632191704C}" presName="node" presStyleLbl="revTx" presStyleIdx="3" presStyleCnt="4">
        <dgm:presLayoutVars>
          <dgm:bulletEnabled val="1"/>
        </dgm:presLayoutVars>
      </dgm:prSet>
      <dgm:spPr/>
    </dgm:pt>
    <dgm:pt modelId="{F9AB39D7-BA2F-4596-A77C-1C21CD21C2D8}" type="pres">
      <dgm:prSet presAssocID="{BED1A36C-CB93-45E6-9051-689D830ACF5A}" presName="sibTrans" presStyleLbl="node1" presStyleIdx="3" presStyleCnt="4"/>
      <dgm:spPr/>
    </dgm:pt>
  </dgm:ptLst>
  <dgm:cxnLst>
    <dgm:cxn modelId="{CA36750A-36A2-4707-AF71-9869CE31C66D}" type="presOf" srcId="{BED1A36C-CB93-45E6-9051-689D830ACF5A}" destId="{F9AB39D7-BA2F-4596-A77C-1C21CD21C2D8}" srcOrd="0" destOrd="0" presId="urn:microsoft.com/office/officeart/2005/8/layout/cycle1"/>
    <dgm:cxn modelId="{3C5DC51C-BFE2-495E-8A52-A00694F7AFCF}" srcId="{F9A264E1-1B87-4EF4-97FF-E5BB237F00C5}" destId="{80ADC9AF-8B86-48C9-B005-C9DD936A454D}" srcOrd="0" destOrd="0" parTransId="{3988AE0C-623D-4BEB-915A-C90F2F1F6433}" sibTransId="{7FE52212-ED60-4A8A-8C4D-DF166AF32BEC}"/>
    <dgm:cxn modelId="{9988311D-515C-42B7-B47A-C3FD0CCC8AFF}" srcId="{24D9DD88-90F0-46DD-9233-CD2C774BAA9E}" destId="{22908ED7-3C18-4F5C-9EFF-FEAE5AA7D134}" srcOrd="1" destOrd="0" parTransId="{DCD4D2DC-390F-4E8D-BD63-71F98D93307E}" sibTransId="{9FC6BFCA-BE97-44E5-BAE4-7914F4D1893F}"/>
    <dgm:cxn modelId="{D3A6D91F-2063-46F9-840D-E05DB2B4F1FE}" type="presOf" srcId="{90B7592B-DDDC-485C-83D4-FFF4A97E703D}" destId="{4F687BC2-CAC9-4555-A34F-4B5DCFCD7383}" srcOrd="0" destOrd="2" presId="urn:microsoft.com/office/officeart/2005/8/layout/cycle1"/>
    <dgm:cxn modelId="{097BE022-2044-4293-8206-222E09BD60E7}" type="presOf" srcId="{7C10DA69-539B-476C-A183-7833AF9EEDC0}" destId="{4F687BC2-CAC9-4555-A34F-4B5DCFCD7383}" srcOrd="0" destOrd="0" presId="urn:microsoft.com/office/officeart/2005/8/layout/cycle1"/>
    <dgm:cxn modelId="{3D161532-A55C-4742-A7A1-664C7380CF83}" type="presOf" srcId="{050A9778-B7F9-4BE2-AC58-7A57603AB6AD}" destId="{36CFF86C-ACEB-433C-AB5B-CDC6AA129A0E}" srcOrd="0" destOrd="2" presId="urn:microsoft.com/office/officeart/2005/8/layout/cycle1"/>
    <dgm:cxn modelId="{4A866440-7272-433E-BC9F-B4D7EB105539}" srcId="{7C10DA69-539B-476C-A183-7833AF9EEDC0}" destId="{332E5C42-62E7-4E1A-9F9E-858D107CBAFF}" srcOrd="0" destOrd="0" parTransId="{51E2A475-609F-4CB5-8FD4-26DBC4703059}" sibTransId="{9AFEF2F8-1CF9-4F43-A727-F164140A4AAA}"/>
    <dgm:cxn modelId="{74C98B42-20C6-46EF-ADF9-46EE181E7F66}" srcId="{80ADC9AF-8B86-48C9-B005-C9DD936A454D}" destId="{B765F308-115C-4BF9-9C2C-FDDF769C8CAA}" srcOrd="0" destOrd="0" parTransId="{40269FDF-EEF5-4DD7-B069-7052D1372899}" sibTransId="{4C509B65-D722-4820-9365-633DF5236201}"/>
    <dgm:cxn modelId="{2F48DA44-DC91-448E-9AE9-1302C6A78A1B}" srcId="{24D9DD88-90F0-46DD-9233-CD2C774BAA9E}" destId="{3941ECAA-B6A4-410F-B25E-6DE96BDB76F1}" srcOrd="0" destOrd="0" parTransId="{60B21F70-583B-47FA-BCCC-0607A18650FE}" sibTransId="{A41A196D-1106-447E-BC76-B2B7919B352D}"/>
    <dgm:cxn modelId="{5DA1974D-664E-474F-B65C-75C03B074A4C}" type="presOf" srcId="{80ADC9AF-8B86-48C9-B005-C9DD936A454D}" destId="{36CFF86C-ACEB-433C-AB5B-CDC6AA129A0E}" srcOrd="0" destOrd="0" presId="urn:microsoft.com/office/officeart/2005/8/layout/cycle1"/>
    <dgm:cxn modelId="{C010AC4F-5305-4553-AAA0-893F3A13B847}" type="presOf" srcId="{F9A264E1-1B87-4EF4-97FF-E5BB237F00C5}" destId="{C0975304-4CCE-4876-B93D-6784008D0FB1}" srcOrd="0" destOrd="0" presId="urn:microsoft.com/office/officeart/2005/8/layout/cycle1"/>
    <dgm:cxn modelId="{538A7062-9959-47D6-A12C-D272509681DA}" type="presOf" srcId="{332E5C42-62E7-4E1A-9F9E-858D107CBAFF}" destId="{4F687BC2-CAC9-4555-A34F-4B5DCFCD7383}" srcOrd="0" destOrd="1" presId="urn:microsoft.com/office/officeart/2005/8/layout/cycle1"/>
    <dgm:cxn modelId="{126A7863-FBE4-4D09-9E11-A07704DC3D46}" srcId="{5EDBDA03-0EF1-42D0-9703-54632191704C}" destId="{2E946C27-90FE-4298-9A4F-A0F33E4B1B84}" srcOrd="1" destOrd="0" parTransId="{3E18896F-14D5-4DA2-AEB3-F8C14B57C686}" sibTransId="{9F2DE751-2FD0-4530-B612-E05A5F2E154A}"/>
    <dgm:cxn modelId="{C6A30A67-5201-4D54-B1DF-F96AE792B38B}" srcId="{7C10DA69-539B-476C-A183-7833AF9EEDC0}" destId="{90B7592B-DDDC-485C-83D4-FFF4A97E703D}" srcOrd="1" destOrd="0" parTransId="{B234E4C3-CD68-4DF7-B4C3-607B735CE122}" sibTransId="{7B3EBD14-5F99-4719-AF1C-DA9B6C7E55AD}"/>
    <dgm:cxn modelId="{0C62F869-33CD-4930-B6A6-BE88CEFF86B4}" type="presOf" srcId="{22908ED7-3C18-4F5C-9EFF-FEAE5AA7D134}" destId="{DC288ABA-AD4E-47F6-A3DB-8F07A2525591}" srcOrd="0" destOrd="2" presId="urn:microsoft.com/office/officeart/2005/8/layout/cycle1"/>
    <dgm:cxn modelId="{65E19875-0335-489D-A6FC-51C1C7C79842}" type="presOf" srcId="{5EDBDA03-0EF1-42D0-9703-54632191704C}" destId="{9BEF7E2A-B7D9-4871-B0D4-FA3597634686}" srcOrd="0" destOrd="0" presId="urn:microsoft.com/office/officeart/2005/8/layout/cycle1"/>
    <dgm:cxn modelId="{63B30878-E5AC-4411-B5AE-C8013FD98860}" type="presOf" srcId="{31FB0010-4C78-4DAB-80C3-6470F2274856}" destId="{989803AD-4A14-4A74-9F37-F663AA980E7D}" srcOrd="0" destOrd="0" presId="urn:microsoft.com/office/officeart/2005/8/layout/cycle1"/>
    <dgm:cxn modelId="{F2077D78-BC51-4E23-B294-55B1C4A0F806}" srcId="{80ADC9AF-8B86-48C9-B005-C9DD936A454D}" destId="{050A9778-B7F9-4BE2-AC58-7A57603AB6AD}" srcOrd="1" destOrd="0" parTransId="{29BE5584-A249-4FF3-AD82-9E9D2A258704}" sibTransId="{A42EAD18-A1DD-4551-819F-32382FEAFFC6}"/>
    <dgm:cxn modelId="{6BEBC784-0A65-4D2D-AD49-BAD8625144CB}" type="presOf" srcId="{E0E388C1-EA44-4E7E-AFC7-D009629173B4}" destId="{4E56CFDD-000D-48E2-900A-022D9BFF2EE5}" srcOrd="0" destOrd="0" presId="urn:microsoft.com/office/officeart/2005/8/layout/cycle1"/>
    <dgm:cxn modelId="{CFE4F785-0BE0-497F-A826-025433DFD965}" type="presOf" srcId="{3941ECAA-B6A4-410F-B25E-6DE96BDB76F1}" destId="{DC288ABA-AD4E-47F6-A3DB-8F07A2525591}" srcOrd="0" destOrd="1" presId="urn:microsoft.com/office/officeart/2005/8/layout/cycle1"/>
    <dgm:cxn modelId="{57176591-7A2A-4866-BE0D-B680300772CA}" srcId="{5EDBDA03-0EF1-42D0-9703-54632191704C}" destId="{27305E2F-6B4D-4DD0-9712-C4C7A1EB91E0}" srcOrd="0" destOrd="0" parTransId="{87B77104-7A60-4D64-B0BD-0AA9E27DB6F8}" sibTransId="{B632660B-9DF1-4050-8A13-4E1FEE5F00A1}"/>
    <dgm:cxn modelId="{32F2F594-C8ED-468B-94D2-D2C02157AAD8}" type="presOf" srcId="{24D9DD88-90F0-46DD-9233-CD2C774BAA9E}" destId="{DC288ABA-AD4E-47F6-A3DB-8F07A2525591}" srcOrd="0" destOrd="0" presId="urn:microsoft.com/office/officeart/2005/8/layout/cycle1"/>
    <dgm:cxn modelId="{05ECA89F-514E-4720-8711-B6313173B3FC}" type="presOf" srcId="{7FE52212-ED60-4A8A-8C4D-DF166AF32BEC}" destId="{48ADBB62-91AF-465F-9A0B-FB63F3169B9C}" srcOrd="0" destOrd="0" presId="urn:microsoft.com/office/officeart/2005/8/layout/cycle1"/>
    <dgm:cxn modelId="{E72B73A7-B5CC-488C-8A7F-D50530677719}" srcId="{F9A264E1-1B87-4EF4-97FF-E5BB237F00C5}" destId="{7C10DA69-539B-476C-A183-7833AF9EEDC0}" srcOrd="2" destOrd="0" parTransId="{0268DEA6-23F0-4A6C-B4D8-345732FEC0CA}" sibTransId="{E0E388C1-EA44-4E7E-AFC7-D009629173B4}"/>
    <dgm:cxn modelId="{7A490FBA-755D-4BEE-9198-99BBE6164FFA}" srcId="{F9A264E1-1B87-4EF4-97FF-E5BB237F00C5}" destId="{24D9DD88-90F0-46DD-9233-CD2C774BAA9E}" srcOrd="1" destOrd="0" parTransId="{07B6BDC9-7A3E-4E9E-B3F4-D111DAC22EAA}" sibTransId="{31FB0010-4C78-4DAB-80C3-6470F2274856}"/>
    <dgm:cxn modelId="{2A1920BC-8DF0-466B-8466-BE618D1C38EA}" type="presOf" srcId="{B765F308-115C-4BF9-9C2C-FDDF769C8CAA}" destId="{36CFF86C-ACEB-433C-AB5B-CDC6AA129A0E}" srcOrd="0" destOrd="1" presId="urn:microsoft.com/office/officeart/2005/8/layout/cycle1"/>
    <dgm:cxn modelId="{091BCBC5-5E0C-404D-B1D1-27229A9B2EEE}" type="presOf" srcId="{2E946C27-90FE-4298-9A4F-A0F33E4B1B84}" destId="{9BEF7E2A-B7D9-4871-B0D4-FA3597634686}" srcOrd="0" destOrd="2" presId="urn:microsoft.com/office/officeart/2005/8/layout/cycle1"/>
    <dgm:cxn modelId="{14756BD6-81AB-4837-81A1-CA4175BC9578}" srcId="{F9A264E1-1B87-4EF4-97FF-E5BB237F00C5}" destId="{5EDBDA03-0EF1-42D0-9703-54632191704C}" srcOrd="3" destOrd="0" parTransId="{53E0DBC6-F85A-46CF-9EBC-4FBEEAB3E731}" sibTransId="{BED1A36C-CB93-45E6-9051-689D830ACF5A}"/>
    <dgm:cxn modelId="{E44E07EF-311C-419A-9403-30B0DD2605B7}" type="presOf" srcId="{27305E2F-6B4D-4DD0-9712-C4C7A1EB91E0}" destId="{9BEF7E2A-B7D9-4871-B0D4-FA3597634686}" srcOrd="0" destOrd="1" presId="urn:microsoft.com/office/officeart/2005/8/layout/cycle1"/>
    <dgm:cxn modelId="{1A357168-92BB-402B-AED9-A56AA5403EC0}" type="presParOf" srcId="{C0975304-4CCE-4876-B93D-6784008D0FB1}" destId="{8FF77ED4-C93A-4C4B-895C-84531DB085C7}" srcOrd="0" destOrd="0" presId="urn:microsoft.com/office/officeart/2005/8/layout/cycle1"/>
    <dgm:cxn modelId="{B90ABA15-DC77-40A6-AFBF-C8A725443B8A}" type="presParOf" srcId="{C0975304-4CCE-4876-B93D-6784008D0FB1}" destId="{36CFF86C-ACEB-433C-AB5B-CDC6AA129A0E}" srcOrd="1" destOrd="0" presId="urn:microsoft.com/office/officeart/2005/8/layout/cycle1"/>
    <dgm:cxn modelId="{44F36444-EE27-43F6-AC7E-37DB882EBD1A}" type="presParOf" srcId="{C0975304-4CCE-4876-B93D-6784008D0FB1}" destId="{48ADBB62-91AF-465F-9A0B-FB63F3169B9C}" srcOrd="2" destOrd="0" presId="urn:microsoft.com/office/officeart/2005/8/layout/cycle1"/>
    <dgm:cxn modelId="{726A2553-1756-45D1-92E8-5BDAD2ECCA5A}" type="presParOf" srcId="{C0975304-4CCE-4876-B93D-6784008D0FB1}" destId="{FFB8C826-608F-43DA-A835-6E80C88A6EA0}" srcOrd="3" destOrd="0" presId="urn:microsoft.com/office/officeart/2005/8/layout/cycle1"/>
    <dgm:cxn modelId="{B6E82789-2704-4F27-9966-E7DCA3F56A47}" type="presParOf" srcId="{C0975304-4CCE-4876-B93D-6784008D0FB1}" destId="{DC288ABA-AD4E-47F6-A3DB-8F07A2525591}" srcOrd="4" destOrd="0" presId="urn:microsoft.com/office/officeart/2005/8/layout/cycle1"/>
    <dgm:cxn modelId="{53127765-4613-48F3-8552-FD207E81C9CA}" type="presParOf" srcId="{C0975304-4CCE-4876-B93D-6784008D0FB1}" destId="{989803AD-4A14-4A74-9F37-F663AA980E7D}" srcOrd="5" destOrd="0" presId="urn:microsoft.com/office/officeart/2005/8/layout/cycle1"/>
    <dgm:cxn modelId="{8664E65F-A065-463C-943C-AEDCBE097616}" type="presParOf" srcId="{C0975304-4CCE-4876-B93D-6784008D0FB1}" destId="{AA866FE7-6B0B-420A-A0A3-2358D97546D2}" srcOrd="6" destOrd="0" presId="urn:microsoft.com/office/officeart/2005/8/layout/cycle1"/>
    <dgm:cxn modelId="{3B1E556D-8C2D-44D9-A0C3-14D0643E39D1}" type="presParOf" srcId="{C0975304-4CCE-4876-B93D-6784008D0FB1}" destId="{4F687BC2-CAC9-4555-A34F-4B5DCFCD7383}" srcOrd="7" destOrd="0" presId="urn:microsoft.com/office/officeart/2005/8/layout/cycle1"/>
    <dgm:cxn modelId="{FED8A539-16E3-4F88-ADD2-41FC4248810C}" type="presParOf" srcId="{C0975304-4CCE-4876-B93D-6784008D0FB1}" destId="{4E56CFDD-000D-48E2-900A-022D9BFF2EE5}" srcOrd="8" destOrd="0" presId="urn:microsoft.com/office/officeart/2005/8/layout/cycle1"/>
    <dgm:cxn modelId="{DB2D0050-96CD-4684-B5C0-619F424B98F2}" type="presParOf" srcId="{C0975304-4CCE-4876-B93D-6784008D0FB1}" destId="{802B37A1-2ED5-47AF-AF51-D27C753C4575}" srcOrd="9" destOrd="0" presId="urn:microsoft.com/office/officeart/2005/8/layout/cycle1"/>
    <dgm:cxn modelId="{42992F15-51F6-4E42-959C-C37AF4DB27AB}" type="presParOf" srcId="{C0975304-4CCE-4876-B93D-6784008D0FB1}" destId="{9BEF7E2A-B7D9-4871-B0D4-FA3597634686}" srcOrd="10" destOrd="0" presId="urn:microsoft.com/office/officeart/2005/8/layout/cycle1"/>
    <dgm:cxn modelId="{EE274F14-F45F-4530-AED2-155AEBE6248E}" type="presParOf" srcId="{C0975304-4CCE-4876-B93D-6784008D0FB1}" destId="{F9AB39D7-BA2F-4596-A77C-1C21CD21C2D8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B88280-FF05-4534-AC38-FC53C84AFC1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CB545-8C6C-43A8-B959-18C04933A565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Definitions</a:t>
          </a:r>
        </a:p>
      </dgm:t>
    </dgm:pt>
    <dgm:pt modelId="{A5B38FC6-B2A4-4E56-9AE0-E77DD6766C44}" type="parTrans" cxnId="{8A98482D-2778-46C6-8372-C46D66544B55}">
      <dgm:prSet/>
      <dgm:spPr/>
      <dgm:t>
        <a:bodyPr/>
        <a:lstStyle/>
        <a:p>
          <a:endParaRPr lang="en-US"/>
        </a:p>
      </dgm:t>
    </dgm:pt>
    <dgm:pt modelId="{AD301562-0087-49BD-8B1D-35336B49F083}" type="sibTrans" cxnId="{8A98482D-2778-46C6-8372-C46D66544B55}">
      <dgm:prSet/>
      <dgm:spPr/>
      <dgm:t>
        <a:bodyPr/>
        <a:lstStyle/>
        <a:p>
          <a:endParaRPr lang="en-US"/>
        </a:p>
      </dgm:t>
    </dgm:pt>
    <dgm:pt modelId="{803C6550-9893-4FF7-8BC9-910803BC88E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Transformations</a:t>
          </a:r>
        </a:p>
      </dgm:t>
    </dgm:pt>
    <dgm:pt modelId="{148F7471-D0FA-4B21-8C87-5A3B5DF0FDB7}" type="parTrans" cxnId="{8CB38D00-F56B-49C5-89E1-8BC7B05E1075}">
      <dgm:prSet/>
      <dgm:spPr/>
      <dgm:t>
        <a:bodyPr/>
        <a:lstStyle/>
        <a:p>
          <a:endParaRPr lang="en-US"/>
        </a:p>
      </dgm:t>
    </dgm:pt>
    <dgm:pt modelId="{2CCA88B1-8800-44FF-851B-5C0D573A19CE}" type="sibTrans" cxnId="{8CB38D00-F56B-49C5-89E1-8BC7B05E1075}">
      <dgm:prSet/>
      <dgm:spPr/>
      <dgm:t>
        <a:bodyPr/>
        <a:lstStyle/>
        <a:p>
          <a:endParaRPr lang="en-US"/>
        </a:p>
      </dgm:t>
    </dgm:pt>
    <dgm:pt modelId="{6BC2DEF3-010C-460B-8BB4-A2A4434322E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Pre-Fusion Processing</a:t>
          </a:r>
          <a:endParaRPr lang="en-US" dirty="0"/>
        </a:p>
      </dgm:t>
    </dgm:pt>
    <dgm:pt modelId="{9808866E-6AE8-45FC-8E8C-321099BA892B}" type="parTrans" cxnId="{069B742F-ADDA-482B-B930-7BA78336D6CD}">
      <dgm:prSet/>
      <dgm:spPr/>
      <dgm:t>
        <a:bodyPr/>
        <a:lstStyle/>
        <a:p>
          <a:endParaRPr lang="en-US"/>
        </a:p>
      </dgm:t>
    </dgm:pt>
    <dgm:pt modelId="{4177E1E7-4EC9-4C6F-93E9-F02F2FAB163E}" type="sibTrans" cxnId="{069B742F-ADDA-482B-B930-7BA78336D6CD}">
      <dgm:prSet/>
      <dgm:spPr/>
      <dgm:t>
        <a:bodyPr/>
        <a:lstStyle/>
        <a:p>
          <a:endParaRPr lang="en-US"/>
        </a:p>
      </dgm:t>
    </dgm:pt>
    <dgm:pt modelId="{E1E04359-7866-4D6D-AB30-24ABADF47B1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Data Fusion</a:t>
          </a:r>
        </a:p>
      </dgm:t>
    </dgm:pt>
    <dgm:pt modelId="{95C49C26-49E8-4785-92DC-52B2BC832C23}" type="parTrans" cxnId="{AF4C688F-29EB-4166-866B-4D4DBB4EA408}">
      <dgm:prSet/>
      <dgm:spPr/>
      <dgm:t>
        <a:bodyPr/>
        <a:lstStyle/>
        <a:p>
          <a:endParaRPr lang="en-US"/>
        </a:p>
      </dgm:t>
    </dgm:pt>
    <dgm:pt modelId="{B088F0B8-AC2C-4A00-813B-17A3141F1D63}" type="sibTrans" cxnId="{AF4C688F-29EB-4166-866B-4D4DBB4EA408}">
      <dgm:prSet/>
      <dgm:spPr/>
      <dgm:t>
        <a:bodyPr/>
        <a:lstStyle/>
        <a:p>
          <a:endParaRPr lang="en-US"/>
        </a:p>
      </dgm:t>
    </dgm:pt>
    <dgm:pt modelId="{2A2F3BB1-6344-46F5-BFF6-819942CEC49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Post-Fusion Processing</a:t>
          </a:r>
        </a:p>
      </dgm:t>
    </dgm:pt>
    <dgm:pt modelId="{50C621DA-7382-4E24-8D2A-5161D3807D3A}" type="parTrans" cxnId="{362123F2-9510-4FE1-9E89-B944191BB590}">
      <dgm:prSet/>
      <dgm:spPr/>
      <dgm:t>
        <a:bodyPr/>
        <a:lstStyle/>
        <a:p>
          <a:endParaRPr lang="en-US"/>
        </a:p>
      </dgm:t>
    </dgm:pt>
    <dgm:pt modelId="{9EF98592-DF73-4269-9464-F11AA3A651F9}" type="sibTrans" cxnId="{362123F2-9510-4FE1-9E89-B944191BB590}">
      <dgm:prSet/>
      <dgm:spPr/>
      <dgm:t>
        <a:bodyPr/>
        <a:lstStyle/>
        <a:p>
          <a:endParaRPr lang="en-US"/>
        </a:p>
      </dgm:t>
    </dgm:pt>
    <dgm:pt modelId="{87B52FFD-94F2-4CBC-B7C4-AE3C3C7E5CC0}" type="pres">
      <dgm:prSet presAssocID="{CCB88280-FF05-4534-AC38-FC53C84AFC1E}" presName="Name0" presStyleCnt="0">
        <dgm:presLayoutVars>
          <dgm:dir/>
          <dgm:resizeHandles val="exact"/>
        </dgm:presLayoutVars>
      </dgm:prSet>
      <dgm:spPr/>
    </dgm:pt>
    <dgm:pt modelId="{71175C76-5C27-4B9F-9BD7-C8EED1809860}" type="pres">
      <dgm:prSet presAssocID="{759CB545-8C6C-43A8-B959-18C04933A565}" presName="parTxOnly" presStyleLbl="node1" presStyleIdx="0" presStyleCnt="5">
        <dgm:presLayoutVars>
          <dgm:bulletEnabled val="1"/>
        </dgm:presLayoutVars>
      </dgm:prSet>
      <dgm:spPr/>
    </dgm:pt>
    <dgm:pt modelId="{B83CAC01-CC5B-4174-92E7-6ABDE9988860}" type="pres">
      <dgm:prSet presAssocID="{AD301562-0087-49BD-8B1D-35336B49F083}" presName="parSpace" presStyleCnt="0"/>
      <dgm:spPr/>
    </dgm:pt>
    <dgm:pt modelId="{43176861-1A30-4BB4-B6B1-04B46B24CBDE}" type="pres">
      <dgm:prSet presAssocID="{803C6550-9893-4FF7-8BC9-910803BC88EC}" presName="parTxOnly" presStyleLbl="node1" presStyleIdx="1" presStyleCnt="5">
        <dgm:presLayoutVars>
          <dgm:bulletEnabled val="1"/>
        </dgm:presLayoutVars>
      </dgm:prSet>
      <dgm:spPr/>
    </dgm:pt>
    <dgm:pt modelId="{0AB75BC2-9386-4171-921F-BCF3DF049F73}" type="pres">
      <dgm:prSet presAssocID="{2CCA88B1-8800-44FF-851B-5C0D573A19CE}" presName="parSpace" presStyleCnt="0"/>
      <dgm:spPr/>
    </dgm:pt>
    <dgm:pt modelId="{080F08FF-9046-41AD-9BD9-C2A5B1374738}" type="pres">
      <dgm:prSet presAssocID="{6BC2DEF3-010C-460B-8BB4-A2A4434322EB}" presName="parTxOnly" presStyleLbl="node1" presStyleIdx="2" presStyleCnt="5">
        <dgm:presLayoutVars>
          <dgm:bulletEnabled val="1"/>
        </dgm:presLayoutVars>
      </dgm:prSet>
      <dgm:spPr/>
    </dgm:pt>
    <dgm:pt modelId="{A435ABA6-60F5-481F-836C-F805A6BF3993}" type="pres">
      <dgm:prSet presAssocID="{4177E1E7-4EC9-4C6F-93E9-F02F2FAB163E}" presName="parSpace" presStyleCnt="0"/>
      <dgm:spPr/>
    </dgm:pt>
    <dgm:pt modelId="{BDA6ED8B-A4C7-4D98-BA2E-B909C0506903}" type="pres">
      <dgm:prSet presAssocID="{E1E04359-7866-4D6D-AB30-24ABADF47B12}" presName="parTxOnly" presStyleLbl="node1" presStyleIdx="3" presStyleCnt="5">
        <dgm:presLayoutVars>
          <dgm:bulletEnabled val="1"/>
        </dgm:presLayoutVars>
      </dgm:prSet>
      <dgm:spPr/>
    </dgm:pt>
    <dgm:pt modelId="{4F6C8687-E557-4BF2-B328-42EBB7CF461F}" type="pres">
      <dgm:prSet presAssocID="{B088F0B8-AC2C-4A00-813B-17A3141F1D63}" presName="parSpace" presStyleCnt="0"/>
      <dgm:spPr/>
    </dgm:pt>
    <dgm:pt modelId="{2EFDE106-F0E9-477B-AADC-70C2ADABDE45}" type="pres">
      <dgm:prSet presAssocID="{2A2F3BB1-6344-46F5-BFF6-819942CEC49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CB38D00-F56B-49C5-89E1-8BC7B05E1075}" srcId="{CCB88280-FF05-4534-AC38-FC53C84AFC1E}" destId="{803C6550-9893-4FF7-8BC9-910803BC88EC}" srcOrd="1" destOrd="0" parTransId="{148F7471-D0FA-4B21-8C87-5A3B5DF0FDB7}" sibTransId="{2CCA88B1-8800-44FF-851B-5C0D573A19CE}"/>
    <dgm:cxn modelId="{FB67E309-343F-455C-BA04-91E7F541234C}" type="presOf" srcId="{6BC2DEF3-010C-460B-8BB4-A2A4434322EB}" destId="{080F08FF-9046-41AD-9BD9-C2A5B1374738}" srcOrd="0" destOrd="0" presId="urn:microsoft.com/office/officeart/2005/8/layout/hChevron3"/>
    <dgm:cxn modelId="{76638B16-D540-40F4-8FE8-BFFA97F011F0}" type="presOf" srcId="{E1E04359-7866-4D6D-AB30-24ABADF47B12}" destId="{BDA6ED8B-A4C7-4D98-BA2E-B909C0506903}" srcOrd="0" destOrd="0" presId="urn:microsoft.com/office/officeart/2005/8/layout/hChevron3"/>
    <dgm:cxn modelId="{8A98482D-2778-46C6-8372-C46D66544B55}" srcId="{CCB88280-FF05-4534-AC38-FC53C84AFC1E}" destId="{759CB545-8C6C-43A8-B959-18C04933A565}" srcOrd="0" destOrd="0" parTransId="{A5B38FC6-B2A4-4E56-9AE0-E77DD6766C44}" sibTransId="{AD301562-0087-49BD-8B1D-35336B49F083}"/>
    <dgm:cxn modelId="{069B742F-ADDA-482B-B930-7BA78336D6CD}" srcId="{CCB88280-FF05-4534-AC38-FC53C84AFC1E}" destId="{6BC2DEF3-010C-460B-8BB4-A2A4434322EB}" srcOrd="2" destOrd="0" parTransId="{9808866E-6AE8-45FC-8E8C-321099BA892B}" sibTransId="{4177E1E7-4EC9-4C6F-93E9-F02F2FAB163E}"/>
    <dgm:cxn modelId="{5DD35348-910D-4657-AEAF-C36BC2676DFA}" type="presOf" srcId="{CCB88280-FF05-4534-AC38-FC53C84AFC1E}" destId="{87B52FFD-94F2-4CBC-B7C4-AE3C3C7E5CC0}" srcOrd="0" destOrd="0" presId="urn:microsoft.com/office/officeart/2005/8/layout/hChevron3"/>
    <dgm:cxn modelId="{AF4C688F-29EB-4166-866B-4D4DBB4EA408}" srcId="{CCB88280-FF05-4534-AC38-FC53C84AFC1E}" destId="{E1E04359-7866-4D6D-AB30-24ABADF47B12}" srcOrd="3" destOrd="0" parTransId="{95C49C26-49E8-4785-92DC-52B2BC832C23}" sibTransId="{B088F0B8-AC2C-4A00-813B-17A3141F1D63}"/>
    <dgm:cxn modelId="{BAFD30A3-7CD0-4F6F-836F-A3D7D9FF076A}" type="presOf" srcId="{803C6550-9893-4FF7-8BC9-910803BC88EC}" destId="{43176861-1A30-4BB4-B6B1-04B46B24CBDE}" srcOrd="0" destOrd="0" presId="urn:microsoft.com/office/officeart/2005/8/layout/hChevron3"/>
    <dgm:cxn modelId="{1B4DC8A3-E0F8-4658-96A6-A128F17A778E}" type="presOf" srcId="{759CB545-8C6C-43A8-B959-18C04933A565}" destId="{71175C76-5C27-4B9F-9BD7-C8EED1809860}" srcOrd="0" destOrd="0" presId="urn:microsoft.com/office/officeart/2005/8/layout/hChevron3"/>
    <dgm:cxn modelId="{C0384EBF-9A69-4682-B4FC-DCCC74C851F7}" type="presOf" srcId="{2A2F3BB1-6344-46F5-BFF6-819942CEC49E}" destId="{2EFDE106-F0E9-477B-AADC-70C2ADABDE45}" srcOrd="0" destOrd="0" presId="urn:microsoft.com/office/officeart/2005/8/layout/hChevron3"/>
    <dgm:cxn modelId="{362123F2-9510-4FE1-9E89-B944191BB590}" srcId="{CCB88280-FF05-4534-AC38-FC53C84AFC1E}" destId="{2A2F3BB1-6344-46F5-BFF6-819942CEC49E}" srcOrd="4" destOrd="0" parTransId="{50C621DA-7382-4E24-8D2A-5161D3807D3A}" sibTransId="{9EF98592-DF73-4269-9464-F11AA3A651F9}"/>
    <dgm:cxn modelId="{FEE12A92-6D9E-45B7-9021-311F41F72CAB}" type="presParOf" srcId="{87B52FFD-94F2-4CBC-B7C4-AE3C3C7E5CC0}" destId="{71175C76-5C27-4B9F-9BD7-C8EED1809860}" srcOrd="0" destOrd="0" presId="urn:microsoft.com/office/officeart/2005/8/layout/hChevron3"/>
    <dgm:cxn modelId="{A30477F5-E4AE-47E6-9B62-EE37CA1CF107}" type="presParOf" srcId="{87B52FFD-94F2-4CBC-B7C4-AE3C3C7E5CC0}" destId="{B83CAC01-CC5B-4174-92E7-6ABDE9988860}" srcOrd="1" destOrd="0" presId="urn:microsoft.com/office/officeart/2005/8/layout/hChevron3"/>
    <dgm:cxn modelId="{1E7FA283-F6DC-40F5-9E84-B01DEB6F6478}" type="presParOf" srcId="{87B52FFD-94F2-4CBC-B7C4-AE3C3C7E5CC0}" destId="{43176861-1A30-4BB4-B6B1-04B46B24CBDE}" srcOrd="2" destOrd="0" presId="urn:microsoft.com/office/officeart/2005/8/layout/hChevron3"/>
    <dgm:cxn modelId="{A535BD9F-56E1-4005-98D3-4396AE335A8C}" type="presParOf" srcId="{87B52FFD-94F2-4CBC-B7C4-AE3C3C7E5CC0}" destId="{0AB75BC2-9386-4171-921F-BCF3DF049F73}" srcOrd="3" destOrd="0" presId="urn:microsoft.com/office/officeart/2005/8/layout/hChevron3"/>
    <dgm:cxn modelId="{DF7CE521-7BD6-41CF-96CF-F6137573937A}" type="presParOf" srcId="{87B52FFD-94F2-4CBC-B7C4-AE3C3C7E5CC0}" destId="{080F08FF-9046-41AD-9BD9-C2A5B1374738}" srcOrd="4" destOrd="0" presId="urn:microsoft.com/office/officeart/2005/8/layout/hChevron3"/>
    <dgm:cxn modelId="{E7222687-B041-44D6-953D-90D5EB7505F3}" type="presParOf" srcId="{87B52FFD-94F2-4CBC-B7C4-AE3C3C7E5CC0}" destId="{A435ABA6-60F5-481F-836C-F805A6BF3993}" srcOrd="5" destOrd="0" presId="urn:microsoft.com/office/officeart/2005/8/layout/hChevron3"/>
    <dgm:cxn modelId="{A49A0834-AB57-439D-A236-42D4AE01F2EC}" type="presParOf" srcId="{87B52FFD-94F2-4CBC-B7C4-AE3C3C7E5CC0}" destId="{BDA6ED8B-A4C7-4D98-BA2E-B909C0506903}" srcOrd="6" destOrd="0" presId="urn:microsoft.com/office/officeart/2005/8/layout/hChevron3"/>
    <dgm:cxn modelId="{D06D2550-84AD-4CC9-8095-E530A65CC493}" type="presParOf" srcId="{87B52FFD-94F2-4CBC-B7C4-AE3C3C7E5CC0}" destId="{4F6C8687-E557-4BF2-B328-42EBB7CF461F}" srcOrd="7" destOrd="0" presId="urn:microsoft.com/office/officeart/2005/8/layout/hChevron3"/>
    <dgm:cxn modelId="{A8B9BDCC-5E52-4AAE-9C3A-1DAFE51FCE09}" type="presParOf" srcId="{87B52FFD-94F2-4CBC-B7C4-AE3C3C7E5CC0}" destId="{2EFDE106-F0E9-477B-AADC-70C2ADABDE4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54506A-CE77-4977-A5FF-E369260F257C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1CD232B-959C-44E6-897D-43352F8C7018}">
          <dgm:prSet phldrT="[Text]" custT="1"/>
          <dgm:spPr>
            <a:solidFill>
              <a:srgbClr val="FFFF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m:oMathPara>
              </a14:m>
              <a:endParaRPr lang="en-US" sz="1800" dirty="0"/>
            </a:p>
          </dgm:t>
        </dgm:pt>
      </mc:Choice>
      <mc:Fallback xmlns="">
        <dgm:pt modelId="{81CD232B-959C-44E6-897D-43352F8C7018}">
          <dgm:prSet phldrT="[Text]" custT="1"/>
          <dgm:spPr>
            <a:solidFill>
              <a:srgbClr val="FFFF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:r>
                <a:rPr lang="en-US" sz="1800" b="0" i="0">
                  <a:latin typeface="Cambria Math" panose="02040503050406030204" pitchFamily="18" charset="0"/>
                </a:rPr>
                <a:t>𝜃_5</a:t>
              </a:r>
              <a:endParaRPr lang="en-US" sz="1800" dirty="0"/>
            </a:p>
          </dgm:t>
        </dgm:pt>
      </mc:Fallback>
    </mc:AlternateContent>
    <dgm:pt modelId="{F39912E4-5FDC-43B6-A6F1-E76F65767992}" type="parTrans" cxnId="{C8282681-A388-4AF4-905A-E0642F0671FC}">
      <dgm:prSet/>
      <dgm:spPr/>
      <dgm:t>
        <a:bodyPr/>
        <a:lstStyle/>
        <a:p>
          <a:endParaRPr lang="en-US"/>
        </a:p>
      </dgm:t>
    </dgm:pt>
    <dgm:pt modelId="{CE8A59C9-D56C-4ACD-9717-0B5B3F420F0F}" type="sibTrans" cxnId="{C8282681-A388-4AF4-905A-E0642F0671F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A062FAE-0963-43CB-850D-A46E784CFF8C}">
          <dgm:prSet phldrT="[Text]" custT="1"/>
          <dgm:spPr>
            <a:solidFill>
              <a:srgbClr val="FF00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lang="en-US" sz="1800" dirty="0"/>
            </a:p>
          </dgm:t>
        </dgm:pt>
      </mc:Choice>
      <mc:Fallback xmlns="">
        <dgm:pt modelId="{7A062FAE-0963-43CB-850D-A46E784CFF8C}">
          <dgm:prSet phldrT="[Text]" custT="1"/>
          <dgm:spPr>
            <a:solidFill>
              <a:srgbClr val="FF00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:r>
                <a:rPr lang="en-US" sz="1800" b="0" i="0">
                  <a:latin typeface="Cambria Math" panose="02040503050406030204" pitchFamily="18" charset="0"/>
                </a:rPr>
                <a:t>𝜃_1</a:t>
              </a:r>
              <a:endParaRPr lang="en-US" sz="1800" dirty="0"/>
            </a:p>
          </dgm:t>
        </dgm:pt>
      </mc:Fallback>
    </mc:AlternateContent>
    <dgm:pt modelId="{7462A854-BBAA-45B5-90AF-2114DF714577}" type="sibTrans" cxnId="{C255716E-546A-4BB3-96CD-38096F0A65A4}">
      <dgm:prSet/>
      <dgm:spPr/>
      <dgm:t>
        <a:bodyPr/>
        <a:lstStyle/>
        <a:p>
          <a:endParaRPr lang="en-US"/>
        </a:p>
      </dgm:t>
    </dgm:pt>
    <dgm:pt modelId="{A3738338-BD98-441A-80E2-F4A1F9783702}" type="parTrans" cxnId="{C255716E-546A-4BB3-96CD-38096F0A65A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65C1968-BD43-42F8-990D-501F4F1B61AD}">
          <dgm:prSet phldrT="[Text]" custT="1"/>
          <dgm:spPr>
            <a:solidFill>
              <a:srgbClr val="00B0F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 lang="en-US" sz="1800" dirty="0"/>
            </a:p>
          </dgm:t>
        </dgm:pt>
      </mc:Choice>
      <mc:Fallback xmlns="">
        <dgm:pt modelId="{765C1968-BD43-42F8-990D-501F4F1B61AD}">
          <dgm:prSet phldrT="[Text]" custT="1"/>
          <dgm:spPr>
            <a:solidFill>
              <a:srgbClr val="00B0F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:r>
                <a:rPr lang="en-US" sz="1800" b="0" i="0">
                  <a:latin typeface="Cambria Math" panose="02040503050406030204" pitchFamily="18" charset="0"/>
                </a:rPr>
                <a:t>𝜃_2</a:t>
              </a:r>
              <a:endParaRPr lang="en-US" sz="1800" dirty="0"/>
            </a:p>
          </dgm:t>
        </dgm:pt>
      </mc:Fallback>
    </mc:AlternateContent>
    <dgm:pt modelId="{7808B472-D993-4CD6-894D-9A34B753CC33}" type="sibTrans" cxnId="{CC0E6C60-E2FB-40DA-9A3F-56038518E847}">
      <dgm:prSet/>
      <dgm:spPr/>
      <dgm:t>
        <a:bodyPr/>
        <a:lstStyle/>
        <a:p>
          <a:endParaRPr lang="en-US"/>
        </a:p>
      </dgm:t>
    </dgm:pt>
    <dgm:pt modelId="{5A1E3F64-E44E-4004-B892-5501140E96E8}" type="parTrans" cxnId="{CC0E6C60-E2FB-40DA-9A3F-56038518E84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DC87D11-A3E6-495A-8C72-3D28812D909F}">
          <dgm:prSet phldrT="[Text]" custT="1"/>
          <dgm:spPr>
            <a:solidFill>
              <a:srgbClr val="00B05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m:oMathPara>
              </a14:m>
              <a:endParaRPr lang="en-US" sz="1800" dirty="0"/>
            </a:p>
          </dgm:t>
        </dgm:pt>
      </mc:Choice>
      <mc:Fallback xmlns="">
        <dgm:pt modelId="{6DC87D11-A3E6-495A-8C72-3D28812D909F}">
          <dgm:prSet phldrT="[Text]" custT="1"/>
          <dgm:spPr>
            <a:solidFill>
              <a:srgbClr val="00B05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:r>
                <a:rPr lang="en-US" sz="1800" b="0" i="0">
                  <a:latin typeface="Cambria Math" panose="02040503050406030204" pitchFamily="18" charset="0"/>
                </a:rPr>
                <a:t>𝜃_3</a:t>
              </a:r>
              <a:endParaRPr lang="en-US" sz="1800" dirty="0"/>
            </a:p>
          </dgm:t>
        </dgm:pt>
      </mc:Fallback>
    </mc:AlternateContent>
    <dgm:pt modelId="{82351EBF-6789-40FA-A595-3CB419DC4E72}" type="sibTrans" cxnId="{73B61E4F-52C8-4F65-BC24-94AFD0D9D22A}">
      <dgm:prSet/>
      <dgm:spPr/>
      <dgm:t>
        <a:bodyPr/>
        <a:lstStyle/>
        <a:p>
          <a:endParaRPr lang="en-US"/>
        </a:p>
      </dgm:t>
    </dgm:pt>
    <dgm:pt modelId="{3F519BB9-4AB4-40E6-BB88-06BB0E9B21D3}" type="parTrans" cxnId="{73B61E4F-52C8-4F65-BC24-94AFD0D9D22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305AD95-568A-4C6C-8373-D904A7C11EDE}">
          <dgm:prSet phldrT="[Text]" custT="1"/>
          <dgm:spPr>
            <a:solidFill>
              <a:srgbClr val="FFC0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m:oMathPara>
              </a14:m>
              <a:endParaRPr lang="en-US" sz="1800" dirty="0"/>
            </a:p>
          </dgm:t>
        </dgm:pt>
      </mc:Choice>
      <mc:Fallback xmlns="">
        <dgm:pt modelId="{8305AD95-568A-4C6C-8373-D904A7C11EDE}">
          <dgm:prSet phldrT="[Text]" custT="1"/>
          <dgm:spPr>
            <a:solidFill>
              <a:srgbClr val="FFC000">
                <a:alpha val="50000"/>
              </a:srgbClr>
            </a:solidFill>
            <a:ln>
              <a:solidFill>
                <a:schemeClr val="tx2"/>
              </a:solidFill>
            </a:ln>
          </dgm:spPr>
          <dgm:t>
            <a:bodyPr/>
            <a:lstStyle/>
            <a:p>
              <a:pPr algn="ctr"/>
              <a:r>
                <a:rPr lang="en-US" sz="1800" b="0" i="0">
                  <a:latin typeface="Cambria Math" panose="02040503050406030204" pitchFamily="18" charset="0"/>
                </a:rPr>
                <a:t>𝜃_4</a:t>
              </a:r>
              <a:endParaRPr lang="en-US" sz="1800" dirty="0"/>
            </a:p>
          </dgm:t>
        </dgm:pt>
      </mc:Fallback>
    </mc:AlternateContent>
    <dgm:pt modelId="{20B63EBD-76A1-44ED-A9ED-AE045FF301E3}" type="sibTrans" cxnId="{3EB869C7-9B89-4DAB-8E29-726C023D462D}">
      <dgm:prSet/>
      <dgm:spPr/>
      <dgm:t>
        <a:bodyPr/>
        <a:lstStyle/>
        <a:p>
          <a:endParaRPr lang="en-US"/>
        </a:p>
      </dgm:t>
    </dgm:pt>
    <dgm:pt modelId="{2962465C-D6E0-40AA-93E7-00A77C11C085}" type="parTrans" cxnId="{3EB869C7-9B89-4DAB-8E29-726C023D462D}">
      <dgm:prSet/>
      <dgm:spPr/>
      <dgm:t>
        <a:bodyPr/>
        <a:lstStyle/>
        <a:p>
          <a:endParaRPr lang="en-US"/>
        </a:p>
      </dgm:t>
    </dgm:pt>
    <dgm:pt modelId="{1301974D-63AC-47DB-98CA-59A16C122904}" type="pres">
      <dgm:prSet presAssocID="{7354506A-CE77-4977-A5FF-E369260F257C}" presName="composite" presStyleCnt="0">
        <dgm:presLayoutVars>
          <dgm:chMax val="1"/>
          <dgm:dir/>
          <dgm:resizeHandles val="exact"/>
        </dgm:presLayoutVars>
      </dgm:prSet>
      <dgm:spPr/>
    </dgm:pt>
    <dgm:pt modelId="{0A56AC65-EE2A-4418-BCFA-4B3EBCDCCFE4}" type="pres">
      <dgm:prSet presAssocID="{7354506A-CE77-4977-A5FF-E369260F257C}" presName="radial" presStyleCnt="0">
        <dgm:presLayoutVars>
          <dgm:animLvl val="ctr"/>
        </dgm:presLayoutVars>
      </dgm:prSet>
      <dgm:spPr/>
    </dgm:pt>
    <dgm:pt modelId="{5994D6A0-869D-4D9D-8238-D5DEB8C4BFD2}" type="pres">
      <dgm:prSet presAssocID="{81CD232B-959C-44E6-897D-43352F8C7018}" presName="centerShape" presStyleLbl="vennNode1" presStyleIdx="0" presStyleCnt="5"/>
      <dgm:spPr/>
    </dgm:pt>
    <dgm:pt modelId="{5EBB9EF3-C8F7-4CC6-9E25-CA3F062A33E2}" type="pres">
      <dgm:prSet presAssocID="{7A062FAE-0963-43CB-850D-A46E784CFF8C}" presName="node" presStyleLbl="vennNode1" presStyleIdx="1" presStyleCnt="5" custScaleX="190012" custScaleY="190012">
        <dgm:presLayoutVars>
          <dgm:bulletEnabled val="1"/>
        </dgm:presLayoutVars>
      </dgm:prSet>
      <dgm:spPr/>
    </dgm:pt>
    <dgm:pt modelId="{53E49F2A-763D-40F4-B65F-FF7B0DC7E052}" type="pres">
      <dgm:prSet presAssocID="{765C1968-BD43-42F8-990D-501F4F1B61AD}" presName="node" presStyleLbl="vennNode1" presStyleIdx="2" presStyleCnt="5" custScaleX="190012" custScaleY="190012">
        <dgm:presLayoutVars>
          <dgm:bulletEnabled val="1"/>
        </dgm:presLayoutVars>
      </dgm:prSet>
      <dgm:spPr/>
    </dgm:pt>
    <dgm:pt modelId="{CAB954E5-EE8B-4268-B15B-76C75AF8E8D9}" type="pres">
      <dgm:prSet presAssocID="{6DC87D11-A3E6-495A-8C72-3D28812D909F}" presName="node" presStyleLbl="vennNode1" presStyleIdx="3" presStyleCnt="5" custScaleX="190012" custScaleY="190012">
        <dgm:presLayoutVars>
          <dgm:bulletEnabled val="1"/>
        </dgm:presLayoutVars>
      </dgm:prSet>
      <dgm:spPr/>
    </dgm:pt>
    <dgm:pt modelId="{FA2E6B05-8E36-4368-ACC2-5C7ED92CD79D}" type="pres">
      <dgm:prSet presAssocID="{8305AD95-568A-4C6C-8373-D904A7C11EDE}" presName="node" presStyleLbl="vennNode1" presStyleIdx="4" presStyleCnt="5" custScaleX="190012" custScaleY="190012">
        <dgm:presLayoutVars>
          <dgm:bulletEnabled val="1"/>
        </dgm:presLayoutVars>
      </dgm:prSet>
      <dgm:spPr/>
    </dgm:pt>
  </dgm:ptLst>
  <dgm:cxnLst>
    <dgm:cxn modelId="{3C438A0B-E26A-41C2-BD7B-DDAEB9F49EDF}" type="presOf" srcId="{81CD232B-959C-44E6-897D-43352F8C7018}" destId="{5994D6A0-869D-4D9D-8238-D5DEB8C4BFD2}" srcOrd="0" destOrd="0" presId="urn:microsoft.com/office/officeart/2005/8/layout/radial3"/>
    <dgm:cxn modelId="{8DEDB112-F77A-438F-A562-F6F5F4D34CEB}" type="presOf" srcId="{8305AD95-568A-4C6C-8373-D904A7C11EDE}" destId="{FA2E6B05-8E36-4368-ACC2-5C7ED92CD79D}" srcOrd="0" destOrd="0" presId="urn:microsoft.com/office/officeart/2005/8/layout/radial3"/>
    <dgm:cxn modelId="{1063AD29-C08F-4406-87D2-EF0B36E2C43D}" type="presOf" srcId="{6DC87D11-A3E6-495A-8C72-3D28812D909F}" destId="{CAB954E5-EE8B-4268-B15B-76C75AF8E8D9}" srcOrd="0" destOrd="0" presId="urn:microsoft.com/office/officeart/2005/8/layout/radial3"/>
    <dgm:cxn modelId="{73B61E4F-52C8-4F65-BC24-94AFD0D9D22A}" srcId="{81CD232B-959C-44E6-897D-43352F8C7018}" destId="{6DC87D11-A3E6-495A-8C72-3D28812D909F}" srcOrd="2" destOrd="0" parTransId="{3F519BB9-4AB4-40E6-BB88-06BB0E9B21D3}" sibTransId="{82351EBF-6789-40FA-A595-3CB419DC4E72}"/>
    <dgm:cxn modelId="{CC0E6C60-E2FB-40DA-9A3F-56038518E847}" srcId="{81CD232B-959C-44E6-897D-43352F8C7018}" destId="{765C1968-BD43-42F8-990D-501F4F1B61AD}" srcOrd="1" destOrd="0" parTransId="{5A1E3F64-E44E-4004-B892-5501140E96E8}" sibTransId="{7808B472-D993-4CD6-894D-9A34B753CC33}"/>
    <dgm:cxn modelId="{C255716E-546A-4BB3-96CD-38096F0A65A4}" srcId="{81CD232B-959C-44E6-897D-43352F8C7018}" destId="{7A062FAE-0963-43CB-850D-A46E784CFF8C}" srcOrd="0" destOrd="0" parTransId="{A3738338-BD98-441A-80E2-F4A1F9783702}" sibTransId="{7462A854-BBAA-45B5-90AF-2114DF714577}"/>
    <dgm:cxn modelId="{C8282681-A388-4AF4-905A-E0642F0671FC}" srcId="{7354506A-CE77-4977-A5FF-E369260F257C}" destId="{81CD232B-959C-44E6-897D-43352F8C7018}" srcOrd="0" destOrd="0" parTransId="{F39912E4-5FDC-43B6-A6F1-E76F65767992}" sibTransId="{CE8A59C9-D56C-4ACD-9717-0B5B3F420F0F}"/>
    <dgm:cxn modelId="{3EB869C7-9B89-4DAB-8E29-726C023D462D}" srcId="{81CD232B-959C-44E6-897D-43352F8C7018}" destId="{8305AD95-568A-4C6C-8373-D904A7C11EDE}" srcOrd="3" destOrd="0" parTransId="{2962465C-D6E0-40AA-93E7-00A77C11C085}" sibTransId="{20B63EBD-76A1-44ED-A9ED-AE045FF301E3}"/>
    <dgm:cxn modelId="{CCE75FD2-D248-4420-B502-5A710BF674E2}" type="presOf" srcId="{7A062FAE-0963-43CB-850D-A46E784CFF8C}" destId="{5EBB9EF3-C8F7-4CC6-9E25-CA3F062A33E2}" srcOrd="0" destOrd="0" presId="urn:microsoft.com/office/officeart/2005/8/layout/radial3"/>
    <dgm:cxn modelId="{31143CDC-21BA-4A4E-8ABE-E6B4BA0D923F}" type="presOf" srcId="{7354506A-CE77-4977-A5FF-E369260F257C}" destId="{1301974D-63AC-47DB-98CA-59A16C122904}" srcOrd="0" destOrd="0" presId="urn:microsoft.com/office/officeart/2005/8/layout/radial3"/>
    <dgm:cxn modelId="{3D6CCAFF-A7E6-48F1-B255-BD12919DCF49}" type="presOf" srcId="{765C1968-BD43-42F8-990D-501F4F1B61AD}" destId="{53E49F2A-763D-40F4-B65F-FF7B0DC7E052}" srcOrd="0" destOrd="0" presId="urn:microsoft.com/office/officeart/2005/8/layout/radial3"/>
    <dgm:cxn modelId="{51B3D8A2-D2B1-4673-B7CB-6D0E37A8A917}" type="presParOf" srcId="{1301974D-63AC-47DB-98CA-59A16C122904}" destId="{0A56AC65-EE2A-4418-BCFA-4B3EBCDCCFE4}" srcOrd="0" destOrd="0" presId="urn:microsoft.com/office/officeart/2005/8/layout/radial3"/>
    <dgm:cxn modelId="{74006760-98FD-4752-A6A8-6CD0901F5772}" type="presParOf" srcId="{0A56AC65-EE2A-4418-BCFA-4B3EBCDCCFE4}" destId="{5994D6A0-869D-4D9D-8238-D5DEB8C4BFD2}" srcOrd="0" destOrd="0" presId="urn:microsoft.com/office/officeart/2005/8/layout/radial3"/>
    <dgm:cxn modelId="{EF42B8BF-DB78-4F2B-B918-56EBAC5350C5}" type="presParOf" srcId="{0A56AC65-EE2A-4418-BCFA-4B3EBCDCCFE4}" destId="{5EBB9EF3-C8F7-4CC6-9E25-CA3F062A33E2}" srcOrd="1" destOrd="0" presId="urn:microsoft.com/office/officeart/2005/8/layout/radial3"/>
    <dgm:cxn modelId="{40FE55F1-2F8C-4C30-836A-DEF2989A19D6}" type="presParOf" srcId="{0A56AC65-EE2A-4418-BCFA-4B3EBCDCCFE4}" destId="{53E49F2A-763D-40F4-B65F-FF7B0DC7E052}" srcOrd="2" destOrd="0" presId="urn:microsoft.com/office/officeart/2005/8/layout/radial3"/>
    <dgm:cxn modelId="{E45E279C-8E17-4BB5-A840-ACEF8F781683}" type="presParOf" srcId="{0A56AC65-EE2A-4418-BCFA-4B3EBCDCCFE4}" destId="{CAB954E5-EE8B-4268-B15B-76C75AF8E8D9}" srcOrd="3" destOrd="0" presId="urn:microsoft.com/office/officeart/2005/8/layout/radial3"/>
    <dgm:cxn modelId="{F14DE35A-7EE8-4525-B8D0-56E2AC9ED040}" type="presParOf" srcId="{0A56AC65-EE2A-4418-BCFA-4B3EBCDCCFE4}" destId="{FA2E6B05-8E36-4368-ACC2-5C7ED92CD79D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354506A-CE77-4977-A5FF-E369260F257C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CD232B-959C-44E6-897D-43352F8C701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chemeClr val="tx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39912E4-5FDC-43B6-A6F1-E76F65767992}" type="parTrans" cxnId="{C8282681-A388-4AF4-905A-E0642F0671FC}">
      <dgm:prSet/>
      <dgm:spPr/>
      <dgm:t>
        <a:bodyPr/>
        <a:lstStyle/>
        <a:p>
          <a:endParaRPr lang="en-US"/>
        </a:p>
      </dgm:t>
    </dgm:pt>
    <dgm:pt modelId="{CE8A59C9-D56C-4ACD-9717-0B5B3F420F0F}" type="sibTrans" cxnId="{C8282681-A388-4AF4-905A-E0642F0671FC}">
      <dgm:prSet/>
      <dgm:spPr/>
      <dgm:t>
        <a:bodyPr/>
        <a:lstStyle/>
        <a:p>
          <a:endParaRPr lang="en-US"/>
        </a:p>
      </dgm:t>
    </dgm:pt>
    <dgm:pt modelId="{7A062FAE-0963-43CB-850D-A46E784CFF8C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  <a:ln>
          <a:solidFill>
            <a:schemeClr val="tx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462A854-BBAA-45B5-90AF-2114DF714577}" type="sibTrans" cxnId="{C255716E-546A-4BB3-96CD-38096F0A65A4}">
      <dgm:prSet/>
      <dgm:spPr/>
      <dgm:t>
        <a:bodyPr/>
        <a:lstStyle/>
        <a:p>
          <a:endParaRPr lang="en-US"/>
        </a:p>
      </dgm:t>
    </dgm:pt>
    <dgm:pt modelId="{A3738338-BD98-441A-80E2-F4A1F9783702}" type="parTrans" cxnId="{C255716E-546A-4BB3-96CD-38096F0A65A4}">
      <dgm:prSet/>
      <dgm:spPr/>
      <dgm:t>
        <a:bodyPr/>
        <a:lstStyle/>
        <a:p>
          <a:endParaRPr lang="en-US"/>
        </a:p>
      </dgm:t>
    </dgm:pt>
    <dgm:pt modelId="{765C1968-BD43-42F8-990D-501F4F1B61AD}">
      <dgm:prSet phldrT="[Text]" custT="1"/>
      <dgm:spPr>
        <a:blipFill>
          <a:blip xmlns:r="http://schemas.openxmlformats.org/officeDocument/2006/relationships" r:embed="rId3"/>
          <a:stretch>
            <a:fillRect/>
          </a:stretch>
        </a:blipFill>
        <a:ln>
          <a:solidFill>
            <a:schemeClr val="tx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808B472-D993-4CD6-894D-9A34B753CC33}" type="sibTrans" cxnId="{CC0E6C60-E2FB-40DA-9A3F-56038518E847}">
      <dgm:prSet/>
      <dgm:spPr/>
      <dgm:t>
        <a:bodyPr/>
        <a:lstStyle/>
        <a:p>
          <a:endParaRPr lang="en-US"/>
        </a:p>
      </dgm:t>
    </dgm:pt>
    <dgm:pt modelId="{5A1E3F64-E44E-4004-B892-5501140E96E8}" type="parTrans" cxnId="{CC0E6C60-E2FB-40DA-9A3F-56038518E847}">
      <dgm:prSet/>
      <dgm:spPr/>
      <dgm:t>
        <a:bodyPr/>
        <a:lstStyle/>
        <a:p>
          <a:endParaRPr lang="en-US"/>
        </a:p>
      </dgm:t>
    </dgm:pt>
    <dgm:pt modelId="{6DC87D11-A3E6-495A-8C72-3D28812D909F}">
      <dgm:prSet phldrT="[Text]" custT="1"/>
      <dgm:spPr>
        <a:blipFill>
          <a:blip xmlns:r="http://schemas.openxmlformats.org/officeDocument/2006/relationships" r:embed="rId4"/>
          <a:stretch>
            <a:fillRect/>
          </a:stretch>
        </a:blipFill>
        <a:ln>
          <a:solidFill>
            <a:schemeClr val="tx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2351EBF-6789-40FA-A595-3CB419DC4E72}" type="sibTrans" cxnId="{73B61E4F-52C8-4F65-BC24-94AFD0D9D22A}">
      <dgm:prSet/>
      <dgm:spPr/>
      <dgm:t>
        <a:bodyPr/>
        <a:lstStyle/>
        <a:p>
          <a:endParaRPr lang="en-US"/>
        </a:p>
      </dgm:t>
    </dgm:pt>
    <dgm:pt modelId="{3F519BB9-4AB4-40E6-BB88-06BB0E9B21D3}" type="parTrans" cxnId="{73B61E4F-52C8-4F65-BC24-94AFD0D9D22A}">
      <dgm:prSet/>
      <dgm:spPr/>
      <dgm:t>
        <a:bodyPr/>
        <a:lstStyle/>
        <a:p>
          <a:endParaRPr lang="en-US"/>
        </a:p>
      </dgm:t>
    </dgm:pt>
    <dgm:pt modelId="{8305AD95-568A-4C6C-8373-D904A7C11EDE}">
      <dgm:prSet phldrT="[Text]" custT="1"/>
      <dgm:spPr>
        <a:blipFill>
          <a:blip xmlns:r="http://schemas.openxmlformats.org/officeDocument/2006/relationships" r:embed="rId5"/>
          <a:stretch>
            <a:fillRect/>
          </a:stretch>
        </a:blipFill>
        <a:ln>
          <a:solidFill>
            <a:schemeClr val="tx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20B63EBD-76A1-44ED-A9ED-AE045FF301E3}" type="sibTrans" cxnId="{3EB869C7-9B89-4DAB-8E29-726C023D462D}">
      <dgm:prSet/>
      <dgm:spPr/>
      <dgm:t>
        <a:bodyPr/>
        <a:lstStyle/>
        <a:p>
          <a:endParaRPr lang="en-US"/>
        </a:p>
      </dgm:t>
    </dgm:pt>
    <dgm:pt modelId="{2962465C-D6E0-40AA-93E7-00A77C11C085}" type="parTrans" cxnId="{3EB869C7-9B89-4DAB-8E29-726C023D462D}">
      <dgm:prSet/>
      <dgm:spPr/>
      <dgm:t>
        <a:bodyPr/>
        <a:lstStyle/>
        <a:p>
          <a:endParaRPr lang="en-US"/>
        </a:p>
      </dgm:t>
    </dgm:pt>
    <dgm:pt modelId="{1301974D-63AC-47DB-98CA-59A16C122904}" type="pres">
      <dgm:prSet presAssocID="{7354506A-CE77-4977-A5FF-E369260F257C}" presName="composite" presStyleCnt="0">
        <dgm:presLayoutVars>
          <dgm:chMax val="1"/>
          <dgm:dir/>
          <dgm:resizeHandles val="exact"/>
        </dgm:presLayoutVars>
      </dgm:prSet>
      <dgm:spPr/>
    </dgm:pt>
    <dgm:pt modelId="{0A56AC65-EE2A-4418-BCFA-4B3EBCDCCFE4}" type="pres">
      <dgm:prSet presAssocID="{7354506A-CE77-4977-A5FF-E369260F257C}" presName="radial" presStyleCnt="0">
        <dgm:presLayoutVars>
          <dgm:animLvl val="ctr"/>
        </dgm:presLayoutVars>
      </dgm:prSet>
      <dgm:spPr/>
    </dgm:pt>
    <dgm:pt modelId="{5994D6A0-869D-4D9D-8238-D5DEB8C4BFD2}" type="pres">
      <dgm:prSet presAssocID="{81CD232B-959C-44E6-897D-43352F8C7018}" presName="centerShape" presStyleLbl="vennNode1" presStyleIdx="0" presStyleCnt="5"/>
      <dgm:spPr/>
    </dgm:pt>
    <dgm:pt modelId="{5EBB9EF3-C8F7-4CC6-9E25-CA3F062A33E2}" type="pres">
      <dgm:prSet presAssocID="{7A062FAE-0963-43CB-850D-A46E784CFF8C}" presName="node" presStyleLbl="vennNode1" presStyleIdx="1" presStyleCnt="5" custScaleX="190012" custScaleY="190012">
        <dgm:presLayoutVars>
          <dgm:bulletEnabled val="1"/>
        </dgm:presLayoutVars>
      </dgm:prSet>
      <dgm:spPr/>
    </dgm:pt>
    <dgm:pt modelId="{53E49F2A-763D-40F4-B65F-FF7B0DC7E052}" type="pres">
      <dgm:prSet presAssocID="{765C1968-BD43-42F8-990D-501F4F1B61AD}" presName="node" presStyleLbl="vennNode1" presStyleIdx="2" presStyleCnt="5" custScaleX="190012" custScaleY="190012">
        <dgm:presLayoutVars>
          <dgm:bulletEnabled val="1"/>
        </dgm:presLayoutVars>
      </dgm:prSet>
      <dgm:spPr/>
    </dgm:pt>
    <dgm:pt modelId="{CAB954E5-EE8B-4268-B15B-76C75AF8E8D9}" type="pres">
      <dgm:prSet presAssocID="{6DC87D11-A3E6-495A-8C72-3D28812D909F}" presName="node" presStyleLbl="vennNode1" presStyleIdx="3" presStyleCnt="5" custScaleX="190012" custScaleY="190012">
        <dgm:presLayoutVars>
          <dgm:bulletEnabled val="1"/>
        </dgm:presLayoutVars>
      </dgm:prSet>
      <dgm:spPr/>
    </dgm:pt>
    <dgm:pt modelId="{FA2E6B05-8E36-4368-ACC2-5C7ED92CD79D}" type="pres">
      <dgm:prSet presAssocID="{8305AD95-568A-4C6C-8373-D904A7C11EDE}" presName="node" presStyleLbl="vennNode1" presStyleIdx="4" presStyleCnt="5" custScaleX="190012" custScaleY="190012">
        <dgm:presLayoutVars>
          <dgm:bulletEnabled val="1"/>
        </dgm:presLayoutVars>
      </dgm:prSet>
      <dgm:spPr/>
    </dgm:pt>
  </dgm:ptLst>
  <dgm:cxnLst>
    <dgm:cxn modelId="{3C438A0B-E26A-41C2-BD7B-DDAEB9F49EDF}" type="presOf" srcId="{81CD232B-959C-44E6-897D-43352F8C7018}" destId="{5994D6A0-869D-4D9D-8238-D5DEB8C4BFD2}" srcOrd="0" destOrd="0" presId="urn:microsoft.com/office/officeart/2005/8/layout/radial3"/>
    <dgm:cxn modelId="{8DEDB112-F77A-438F-A562-F6F5F4D34CEB}" type="presOf" srcId="{8305AD95-568A-4C6C-8373-D904A7C11EDE}" destId="{FA2E6B05-8E36-4368-ACC2-5C7ED92CD79D}" srcOrd="0" destOrd="0" presId="urn:microsoft.com/office/officeart/2005/8/layout/radial3"/>
    <dgm:cxn modelId="{1063AD29-C08F-4406-87D2-EF0B36E2C43D}" type="presOf" srcId="{6DC87D11-A3E6-495A-8C72-3D28812D909F}" destId="{CAB954E5-EE8B-4268-B15B-76C75AF8E8D9}" srcOrd="0" destOrd="0" presId="urn:microsoft.com/office/officeart/2005/8/layout/radial3"/>
    <dgm:cxn modelId="{CC0E6C60-E2FB-40DA-9A3F-56038518E847}" srcId="{81CD232B-959C-44E6-897D-43352F8C7018}" destId="{765C1968-BD43-42F8-990D-501F4F1B61AD}" srcOrd="1" destOrd="0" parTransId="{5A1E3F64-E44E-4004-B892-5501140E96E8}" sibTransId="{7808B472-D993-4CD6-894D-9A34B753CC33}"/>
    <dgm:cxn modelId="{C255716E-546A-4BB3-96CD-38096F0A65A4}" srcId="{81CD232B-959C-44E6-897D-43352F8C7018}" destId="{7A062FAE-0963-43CB-850D-A46E784CFF8C}" srcOrd="0" destOrd="0" parTransId="{A3738338-BD98-441A-80E2-F4A1F9783702}" sibTransId="{7462A854-BBAA-45B5-90AF-2114DF714577}"/>
    <dgm:cxn modelId="{73B61E4F-52C8-4F65-BC24-94AFD0D9D22A}" srcId="{81CD232B-959C-44E6-897D-43352F8C7018}" destId="{6DC87D11-A3E6-495A-8C72-3D28812D909F}" srcOrd="2" destOrd="0" parTransId="{3F519BB9-4AB4-40E6-BB88-06BB0E9B21D3}" sibTransId="{82351EBF-6789-40FA-A595-3CB419DC4E72}"/>
    <dgm:cxn modelId="{C8282681-A388-4AF4-905A-E0642F0671FC}" srcId="{7354506A-CE77-4977-A5FF-E369260F257C}" destId="{81CD232B-959C-44E6-897D-43352F8C7018}" srcOrd="0" destOrd="0" parTransId="{F39912E4-5FDC-43B6-A6F1-E76F65767992}" sibTransId="{CE8A59C9-D56C-4ACD-9717-0B5B3F420F0F}"/>
    <dgm:cxn modelId="{3EB869C7-9B89-4DAB-8E29-726C023D462D}" srcId="{81CD232B-959C-44E6-897D-43352F8C7018}" destId="{8305AD95-568A-4C6C-8373-D904A7C11EDE}" srcOrd="3" destOrd="0" parTransId="{2962465C-D6E0-40AA-93E7-00A77C11C085}" sibTransId="{20B63EBD-76A1-44ED-A9ED-AE045FF301E3}"/>
    <dgm:cxn modelId="{CCE75FD2-D248-4420-B502-5A710BF674E2}" type="presOf" srcId="{7A062FAE-0963-43CB-850D-A46E784CFF8C}" destId="{5EBB9EF3-C8F7-4CC6-9E25-CA3F062A33E2}" srcOrd="0" destOrd="0" presId="urn:microsoft.com/office/officeart/2005/8/layout/radial3"/>
    <dgm:cxn modelId="{31143CDC-21BA-4A4E-8ABE-E6B4BA0D923F}" type="presOf" srcId="{7354506A-CE77-4977-A5FF-E369260F257C}" destId="{1301974D-63AC-47DB-98CA-59A16C122904}" srcOrd="0" destOrd="0" presId="urn:microsoft.com/office/officeart/2005/8/layout/radial3"/>
    <dgm:cxn modelId="{3D6CCAFF-A7E6-48F1-B255-BD12919DCF49}" type="presOf" srcId="{765C1968-BD43-42F8-990D-501F4F1B61AD}" destId="{53E49F2A-763D-40F4-B65F-FF7B0DC7E052}" srcOrd="0" destOrd="0" presId="urn:microsoft.com/office/officeart/2005/8/layout/radial3"/>
    <dgm:cxn modelId="{51B3D8A2-D2B1-4673-B7CB-6D0E37A8A917}" type="presParOf" srcId="{1301974D-63AC-47DB-98CA-59A16C122904}" destId="{0A56AC65-EE2A-4418-BCFA-4B3EBCDCCFE4}" srcOrd="0" destOrd="0" presId="urn:microsoft.com/office/officeart/2005/8/layout/radial3"/>
    <dgm:cxn modelId="{74006760-98FD-4752-A6A8-6CD0901F5772}" type="presParOf" srcId="{0A56AC65-EE2A-4418-BCFA-4B3EBCDCCFE4}" destId="{5994D6A0-869D-4D9D-8238-D5DEB8C4BFD2}" srcOrd="0" destOrd="0" presId="urn:microsoft.com/office/officeart/2005/8/layout/radial3"/>
    <dgm:cxn modelId="{EF42B8BF-DB78-4F2B-B918-56EBAC5350C5}" type="presParOf" srcId="{0A56AC65-EE2A-4418-BCFA-4B3EBCDCCFE4}" destId="{5EBB9EF3-C8F7-4CC6-9E25-CA3F062A33E2}" srcOrd="1" destOrd="0" presId="urn:microsoft.com/office/officeart/2005/8/layout/radial3"/>
    <dgm:cxn modelId="{40FE55F1-2F8C-4C30-836A-DEF2989A19D6}" type="presParOf" srcId="{0A56AC65-EE2A-4418-BCFA-4B3EBCDCCFE4}" destId="{53E49F2A-763D-40F4-B65F-FF7B0DC7E052}" srcOrd="2" destOrd="0" presId="urn:microsoft.com/office/officeart/2005/8/layout/radial3"/>
    <dgm:cxn modelId="{E45E279C-8E17-4BB5-A840-ACEF8F781683}" type="presParOf" srcId="{0A56AC65-EE2A-4418-BCFA-4B3EBCDCCFE4}" destId="{CAB954E5-EE8B-4268-B15B-76C75AF8E8D9}" srcOrd="3" destOrd="0" presId="urn:microsoft.com/office/officeart/2005/8/layout/radial3"/>
    <dgm:cxn modelId="{F14DE35A-7EE8-4525-B8D0-56E2AC9ED040}" type="presParOf" srcId="{0A56AC65-EE2A-4418-BCFA-4B3EBCDCCFE4}" destId="{FA2E6B05-8E36-4368-ACC2-5C7ED92CD79D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B88280-FF05-4534-AC38-FC53C84AFC1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CB545-8C6C-43A8-B959-18C04933A565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Definitions</a:t>
          </a:r>
        </a:p>
      </dgm:t>
    </dgm:pt>
    <dgm:pt modelId="{A5B38FC6-B2A4-4E56-9AE0-E77DD6766C44}" type="parTrans" cxnId="{8A98482D-2778-46C6-8372-C46D66544B55}">
      <dgm:prSet/>
      <dgm:spPr/>
      <dgm:t>
        <a:bodyPr/>
        <a:lstStyle/>
        <a:p>
          <a:endParaRPr lang="en-US"/>
        </a:p>
      </dgm:t>
    </dgm:pt>
    <dgm:pt modelId="{AD301562-0087-49BD-8B1D-35336B49F083}" type="sibTrans" cxnId="{8A98482D-2778-46C6-8372-C46D66544B55}">
      <dgm:prSet/>
      <dgm:spPr/>
      <dgm:t>
        <a:bodyPr/>
        <a:lstStyle/>
        <a:p>
          <a:endParaRPr lang="en-US"/>
        </a:p>
      </dgm:t>
    </dgm:pt>
    <dgm:pt modelId="{803C6550-9893-4FF7-8BC9-910803BC88EC}">
      <dgm:prSet/>
      <dgm:spPr/>
      <dgm:t>
        <a:bodyPr/>
        <a:lstStyle/>
        <a:p>
          <a:r>
            <a:rPr lang="en-US"/>
            <a:t>Transformations</a:t>
          </a:r>
          <a:endParaRPr lang="en-US" dirty="0"/>
        </a:p>
      </dgm:t>
    </dgm:pt>
    <dgm:pt modelId="{148F7471-D0FA-4B21-8C87-5A3B5DF0FDB7}" type="parTrans" cxnId="{8CB38D00-F56B-49C5-89E1-8BC7B05E1075}">
      <dgm:prSet/>
      <dgm:spPr/>
      <dgm:t>
        <a:bodyPr/>
        <a:lstStyle/>
        <a:p>
          <a:endParaRPr lang="en-US"/>
        </a:p>
      </dgm:t>
    </dgm:pt>
    <dgm:pt modelId="{2CCA88B1-8800-44FF-851B-5C0D573A19CE}" type="sibTrans" cxnId="{8CB38D00-F56B-49C5-89E1-8BC7B05E1075}">
      <dgm:prSet/>
      <dgm:spPr/>
      <dgm:t>
        <a:bodyPr/>
        <a:lstStyle/>
        <a:p>
          <a:endParaRPr lang="en-US"/>
        </a:p>
      </dgm:t>
    </dgm:pt>
    <dgm:pt modelId="{6BC2DEF3-010C-460B-8BB4-A2A4434322E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Pre-Fusion Processing</a:t>
          </a:r>
        </a:p>
      </dgm:t>
    </dgm:pt>
    <dgm:pt modelId="{9808866E-6AE8-45FC-8E8C-321099BA892B}" type="parTrans" cxnId="{069B742F-ADDA-482B-B930-7BA78336D6CD}">
      <dgm:prSet/>
      <dgm:spPr/>
      <dgm:t>
        <a:bodyPr/>
        <a:lstStyle/>
        <a:p>
          <a:endParaRPr lang="en-US"/>
        </a:p>
      </dgm:t>
    </dgm:pt>
    <dgm:pt modelId="{4177E1E7-4EC9-4C6F-93E9-F02F2FAB163E}" type="sibTrans" cxnId="{069B742F-ADDA-482B-B930-7BA78336D6CD}">
      <dgm:prSet/>
      <dgm:spPr/>
      <dgm:t>
        <a:bodyPr/>
        <a:lstStyle/>
        <a:p>
          <a:endParaRPr lang="en-US"/>
        </a:p>
      </dgm:t>
    </dgm:pt>
    <dgm:pt modelId="{E1E04359-7866-4D6D-AB30-24ABADF47B1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Data Fusion</a:t>
          </a:r>
          <a:endParaRPr lang="en-US" dirty="0"/>
        </a:p>
      </dgm:t>
    </dgm:pt>
    <dgm:pt modelId="{95C49C26-49E8-4785-92DC-52B2BC832C23}" type="parTrans" cxnId="{AF4C688F-29EB-4166-866B-4D4DBB4EA408}">
      <dgm:prSet/>
      <dgm:spPr/>
      <dgm:t>
        <a:bodyPr/>
        <a:lstStyle/>
        <a:p>
          <a:endParaRPr lang="en-US"/>
        </a:p>
      </dgm:t>
    </dgm:pt>
    <dgm:pt modelId="{B088F0B8-AC2C-4A00-813B-17A3141F1D63}" type="sibTrans" cxnId="{AF4C688F-29EB-4166-866B-4D4DBB4EA408}">
      <dgm:prSet/>
      <dgm:spPr/>
      <dgm:t>
        <a:bodyPr/>
        <a:lstStyle/>
        <a:p>
          <a:endParaRPr lang="en-US"/>
        </a:p>
      </dgm:t>
    </dgm:pt>
    <dgm:pt modelId="{2A2F3BB1-6344-46F5-BFF6-819942CEC49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Post-Fusion Processing</a:t>
          </a:r>
        </a:p>
      </dgm:t>
    </dgm:pt>
    <dgm:pt modelId="{50C621DA-7382-4E24-8D2A-5161D3807D3A}" type="parTrans" cxnId="{362123F2-9510-4FE1-9E89-B944191BB590}">
      <dgm:prSet/>
      <dgm:spPr/>
      <dgm:t>
        <a:bodyPr/>
        <a:lstStyle/>
        <a:p>
          <a:endParaRPr lang="en-US"/>
        </a:p>
      </dgm:t>
    </dgm:pt>
    <dgm:pt modelId="{9EF98592-DF73-4269-9464-F11AA3A651F9}" type="sibTrans" cxnId="{362123F2-9510-4FE1-9E89-B944191BB590}">
      <dgm:prSet/>
      <dgm:spPr/>
      <dgm:t>
        <a:bodyPr/>
        <a:lstStyle/>
        <a:p>
          <a:endParaRPr lang="en-US"/>
        </a:p>
      </dgm:t>
    </dgm:pt>
    <dgm:pt modelId="{87B52FFD-94F2-4CBC-B7C4-AE3C3C7E5CC0}" type="pres">
      <dgm:prSet presAssocID="{CCB88280-FF05-4534-AC38-FC53C84AFC1E}" presName="Name0" presStyleCnt="0">
        <dgm:presLayoutVars>
          <dgm:dir/>
          <dgm:resizeHandles val="exact"/>
        </dgm:presLayoutVars>
      </dgm:prSet>
      <dgm:spPr/>
    </dgm:pt>
    <dgm:pt modelId="{71175C76-5C27-4B9F-9BD7-C8EED1809860}" type="pres">
      <dgm:prSet presAssocID="{759CB545-8C6C-43A8-B959-18C04933A565}" presName="parTxOnly" presStyleLbl="node1" presStyleIdx="0" presStyleCnt="5">
        <dgm:presLayoutVars>
          <dgm:bulletEnabled val="1"/>
        </dgm:presLayoutVars>
      </dgm:prSet>
      <dgm:spPr/>
    </dgm:pt>
    <dgm:pt modelId="{B83CAC01-CC5B-4174-92E7-6ABDE9988860}" type="pres">
      <dgm:prSet presAssocID="{AD301562-0087-49BD-8B1D-35336B49F083}" presName="parSpace" presStyleCnt="0"/>
      <dgm:spPr/>
    </dgm:pt>
    <dgm:pt modelId="{43176861-1A30-4BB4-B6B1-04B46B24CBDE}" type="pres">
      <dgm:prSet presAssocID="{803C6550-9893-4FF7-8BC9-910803BC88EC}" presName="parTxOnly" presStyleLbl="node1" presStyleIdx="1" presStyleCnt="5">
        <dgm:presLayoutVars>
          <dgm:bulletEnabled val="1"/>
        </dgm:presLayoutVars>
      </dgm:prSet>
      <dgm:spPr/>
    </dgm:pt>
    <dgm:pt modelId="{0AB75BC2-9386-4171-921F-BCF3DF049F73}" type="pres">
      <dgm:prSet presAssocID="{2CCA88B1-8800-44FF-851B-5C0D573A19CE}" presName="parSpace" presStyleCnt="0"/>
      <dgm:spPr/>
    </dgm:pt>
    <dgm:pt modelId="{080F08FF-9046-41AD-9BD9-C2A5B1374738}" type="pres">
      <dgm:prSet presAssocID="{6BC2DEF3-010C-460B-8BB4-A2A4434322EB}" presName="parTxOnly" presStyleLbl="node1" presStyleIdx="2" presStyleCnt="5">
        <dgm:presLayoutVars>
          <dgm:bulletEnabled val="1"/>
        </dgm:presLayoutVars>
      </dgm:prSet>
      <dgm:spPr/>
    </dgm:pt>
    <dgm:pt modelId="{A435ABA6-60F5-481F-836C-F805A6BF3993}" type="pres">
      <dgm:prSet presAssocID="{4177E1E7-4EC9-4C6F-93E9-F02F2FAB163E}" presName="parSpace" presStyleCnt="0"/>
      <dgm:spPr/>
    </dgm:pt>
    <dgm:pt modelId="{BDA6ED8B-A4C7-4D98-BA2E-B909C0506903}" type="pres">
      <dgm:prSet presAssocID="{E1E04359-7866-4D6D-AB30-24ABADF47B12}" presName="parTxOnly" presStyleLbl="node1" presStyleIdx="3" presStyleCnt="5">
        <dgm:presLayoutVars>
          <dgm:bulletEnabled val="1"/>
        </dgm:presLayoutVars>
      </dgm:prSet>
      <dgm:spPr/>
    </dgm:pt>
    <dgm:pt modelId="{4F6C8687-E557-4BF2-B328-42EBB7CF461F}" type="pres">
      <dgm:prSet presAssocID="{B088F0B8-AC2C-4A00-813B-17A3141F1D63}" presName="parSpace" presStyleCnt="0"/>
      <dgm:spPr/>
    </dgm:pt>
    <dgm:pt modelId="{2EFDE106-F0E9-477B-AADC-70C2ADABDE45}" type="pres">
      <dgm:prSet presAssocID="{2A2F3BB1-6344-46F5-BFF6-819942CEC49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CB38D00-F56B-49C5-89E1-8BC7B05E1075}" srcId="{CCB88280-FF05-4534-AC38-FC53C84AFC1E}" destId="{803C6550-9893-4FF7-8BC9-910803BC88EC}" srcOrd="1" destOrd="0" parTransId="{148F7471-D0FA-4B21-8C87-5A3B5DF0FDB7}" sibTransId="{2CCA88B1-8800-44FF-851B-5C0D573A19CE}"/>
    <dgm:cxn modelId="{FB67E309-343F-455C-BA04-91E7F541234C}" type="presOf" srcId="{6BC2DEF3-010C-460B-8BB4-A2A4434322EB}" destId="{080F08FF-9046-41AD-9BD9-C2A5B1374738}" srcOrd="0" destOrd="0" presId="urn:microsoft.com/office/officeart/2005/8/layout/hChevron3"/>
    <dgm:cxn modelId="{76638B16-D540-40F4-8FE8-BFFA97F011F0}" type="presOf" srcId="{E1E04359-7866-4D6D-AB30-24ABADF47B12}" destId="{BDA6ED8B-A4C7-4D98-BA2E-B909C0506903}" srcOrd="0" destOrd="0" presId="urn:microsoft.com/office/officeart/2005/8/layout/hChevron3"/>
    <dgm:cxn modelId="{8A98482D-2778-46C6-8372-C46D66544B55}" srcId="{CCB88280-FF05-4534-AC38-FC53C84AFC1E}" destId="{759CB545-8C6C-43A8-B959-18C04933A565}" srcOrd="0" destOrd="0" parTransId="{A5B38FC6-B2A4-4E56-9AE0-E77DD6766C44}" sibTransId="{AD301562-0087-49BD-8B1D-35336B49F083}"/>
    <dgm:cxn modelId="{069B742F-ADDA-482B-B930-7BA78336D6CD}" srcId="{CCB88280-FF05-4534-AC38-FC53C84AFC1E}" destId="{6BC2DEF3-010C-460B-8BB4-A2A4434322EB}" srcOrd="2" destOrd="0" parTransId="{9808866E-6AE8-45FC-8E8C-321099BA892B}" sibTransId="{4177E1E7-4EC9-4C6F-93E9-F02F2FAB163E}"/>
    <dgm:cxn modelId="{5DD35348-910D-4657-AEAF-C36BC2676DFA}" type="presOf" srcId="{CCB88280-FF05-4534-AC38-FC53C84AFC1E}" destId="{87B52FFD-94F2-4CBC-B7C4-AE3C3C7E5CC0}" srcOrd="0" destOrd="0" presId="urn:microsoft.com/office/officeart/2005/8/layout/hChevron3"/>
    <dgm:cxn modelId="{AF4C688F-29EB-4166-866B-4D4DBB4EA408}" srcId="{CCB88280-FF05-4534-AC38-FC53C84AFC1E}" destId="{E1E04359-7866-4D6D-AB30-24ABADF47B12}" srcOrd="3" destOrd="0" parTransId="{95C49C26-49E8-4785-92DC-52B2BC832C23}" sibTransId="{B088F0B8-AC2C-4A00-813B-17A3141F1D63}"/>
    <dgm:cxn modelId="{BAFD30A3-7CD0-4F6F-836F-A3D7D9FF076A}" type="presOf" srcId="{803C6550-9893-4FF7-8BC9-910803BC88EC}" destId="{43176861-1A30-4BB4-B6B1-04B46B24CBDE}" srcOrd="0" destOrd="0" presId="urn:microsoft.com/office/officeart/2005/8/layout/hChevron3"/>
    <dgm:cxn modelId="{1B4DC8A3-E0F8-4658-96A6-A128F17A778E}" type="presOf" srcId="{759CB545-8C6C-43A8-B959-18C04933A565}" destId="{71175C76-5C27-4B9F-9BD7-C8EED1809860}" srcOrd="0" destOrd="0" presId="urn:microsoft.com/office/officeart/2005/8/layout/hChevron3"/>
    <dgm:cxn modelId="{C0384EBF-9A69-4682-B4FC-DCCC74C851F7}" type="presOf" srcId="{2A2F3BB1-6344-46F5-BFF6-819942CEC49E}" destId="{2EFDE106-F0E9-477B-AADC-70C2ADABDE45}" srcOrd="0" destOrd="0" presId="urn:microsoft.com/office/officeart/2005/8/layout/hChevron3"/>
    <dgm:cxn modelId="{362123F2-9510-4FE1-9E89-B944191BB590}" srcId="{CCB88280-FF05-4534-AC38-FC53C84AFC1E}" destId="{2A2F3BB1-6344-46F5-BFF6-819942CEC49E}" srcOrd="4" destOrd="0" parTransId="{50C621DA-7382-4E24-8D2A-5161D3807D3A}" sibTransId="{9EF98592-DF73-4269-9464-F11AA3A651F9}"/>
    <dgm:cxn modelId="{FEE12A92-6D9E-45B7-9021-311F41F72CAB}" type="presParOf" srcId="{87B52FFD-94F2-4CBC-B7C4-AE3C3C7E5CC0}" destId="{71175C76-5C27-4B9F-9BD7-C8EED1809860}" srcOrd="0" destOrd="0" presId="urn:microsoft.com/office/officeart/2005/8/layout/hChevron3"/>
    <dgm:cxn modelId="{A30477F5-E4AE-47E6-9B62-EE37CA1CF107}" type="presParOf" srcId="{87B52FFD-94F2-4CBC-B7C4-AE3C3C7E5CC0}" destId="{B83CAC01-CC5B-4174-92E7-6ABDE9988860}" srcOrd="1" destOrd="0" presId="urn:microsoft.com/office/officeart/2005/8/layout/hChevron3"/>
    <dgm:cxn modelId="{1E7FA283-F6DC-40F5-9E84-B01DEB6F6478}" type="presParOf" srcId="{87B52FFD-94F2-4CBC-B7C4-AE3C3C7E5CC0}" destId="{43176861-1A30-4BB4-B6B1-04B46B24CBDE}" srcOrd="2" destOrd="0" presId="urn:microsoft.com/office/officeart/2005/8/layout/hChevron3"/>
    <dgm:cxn modelId="{A535BD9F-56E1-4005-98D3-4396AE335A8C}" type="presParOf" srcId="{87B52FFD-94F2-4CBC-B7C4-AE3C3C7E5CC0}" destId="{0AB75BC2-9386-4171-921F-BCF3DF049F73}" srcOrd="3" destOrd="0" presId="urn:microsoft.com/office/officeart/2005/8/layout/hChevron3"/>
    <dgm:cxn modelId="{DF7CE521-7BD6-41CF-96CF-F6137573937A}" type="presParOf" srcId="{87B52FFD-94F2-4CBC-B7C4-AE3C3C7E5CC0}" destId="{080F08FF-9046-41AD-9BD9-C2A5B1374738}" srcOrd="4" destOrd="0" presId="urn:microsoft.com/office/officeart/2005/8/layout/hChevron3"/>
    <dgm:cxn modelId="{E7222687-B041-44D6-953D-90D5EB7505F3}" type="presParOf" srcId="{87B52FFD-94F2-4CBC-B7C4-AE3C3C7E5CC0}" destId="{A435ABA6-60F5-481F-836C-F805A6BF3993}" srcOrd="5" destOrd="0" presId="urn:microsoft.com/office/officeart/2005/8/layout/hChevron3"/>
    <dgm:cxn modelId="{A49A0834-AB57-439D-A236-42D4AE01F2EC}" type="presParOf" srcId="{87B52FFD-94F2-4CBC-B7C4-AE3C3C7E5CC0}" destId="{BDA6ED8B-A4C7-4D98-BA2E-B909C0506903}" srcOrd="6" destOrd="0" presId="urn:microsoft.com/office/officeart/2005/8/layout/hChevron3"/>
    <dgm:cxn modelId="{D06D2550-84AD-4CC9-8095-E530A65CC493}" type="presParOf" srcId="{87B52FFD-94F2-4CBC-B7C4-AE3C3C7E5CC0}" destId="{4F6C8687-E557-4BF2-B328-42EBB7CF461F}" srcOrd="7" destOrd="0" presId="urn:microsoft.com/office/officeart/2005/8/layout/hChevron3"/>
    <dgm:cxn modelId="{A8B9BDCC-5E52-4AAE-9C3A-1DAFE51FCE09}" type="presParOf" srcId="{87B52FFD-94F2-4CBC-B7C4-AE3C3C7E5CC0}" destId="{2EFDE106-F0E9-477B-AADC-70C2ADABDE4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B88280-FF05-4534-AC38-FC53C84AFC1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CB545-8C6C-43A8-B959-18C04933A565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Definitions</a:t>
          </a:r>
        </a:p>
      </dgm:t>
    </dgm:pt>
    <dgm:pt modelId="{A5B38FC6-B2A4-4E56-9AE0-E77DD6766C44}" type="parTrans" cxnId="{8A98482D-2778-46C6-8372-C46D66544B55}">
      <dgm:prSet/>
      <dgm:spPr/>
      <dgm:t>
        <a:bodyPr/>
        <a:lstStyle/>
        <a:p>
          <a:endParaRPr lang="en-US"/>
        </a:p>
      </dgm:t>
    </dgm:pt>
    <dgm:pt modelId="{AD301562-0087-49BD-8B1D-35336B49F083}" type="sibTrans" cxnId="{8A98482D-2778-46C6-8372-C46D66544B55}">
      <dgm:prSet/>
      <dgm:spPr/>
      <dgm:t>
        <a:bodyPr/>
        <a:lstStyle/>
        <a:p>
          <a:endParaRPr lang="en-US"/>
        </a:p>
      </dgm:t>
    </dgm:pt>
    <dgm:pt modelId="{803C6550-9893-4FF7-8BC9-910803BC88E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Transformations</a:t>
          </a:r>
        </a:p>
      </dgm:t>
    </dgm:pt>
    <dgm:pt modelId="{148F7471-D0FA-4B21-8C87-5A3B5DF0FDB7}" type="parTrans" cxnId="{8CB38D00-F56B-49C5-89E1-8BC7B05E1075}">
      <dgm:prSet/>
      <dgm:spPr/>
      <dgm:t>
        <a:bodyPr/>
        <a:lstStyle/>
        <a:p>
          <a:endParaRPr lang="en-US"/>
        </a:p>
      </dgm:t>
    </dgm:pt>
    <dgm:pt modelId="{2CCA88B1-8800-44FF-851B-5C0D573A19CE}" type="sibTrans" cxnId="{8CB38D00-F56B-49C5-89E1-8BC7B05E1075}">
      <dgm:prSet/>
      <dgm:spPr/>
      <dgm:t>
        <a:bodyPr/>
        <a:lstStyle/>
        <a:p>
          <a:endParaRPr lang="en-US"/>
        </a:p>
      </dgm:t>
    </dgm:pt>
    <dgm:pt modelId="{6BC2DEF3-010C-460B-8BB4-A2A4434322EB}">
      <dgm:prSet/>
      <dgm:spPr/>
      <dgm:t>
        <a:bodyPr/>
        <a:lstStyle/>
        <a:p>
          <a:r>
            <a:rPr lang="en-US"/>
            <a:t>Pre-Fusion Processing</a:t>
          </a:r>
          <a:endParaRPr lang="en-US" dirty="0"/>
        </a:p>
      </dgm:t>
    </dgm:pt>
    <dgm:pt modelId="{9808866E-6AE8-45FC-8E8C-321099BA892B}" type="parTrans" cxnId="{069B742F-ADDA-482B-B930-7BA78336D6CD}">
      <dgm:prSet/>
      <dgm:spPr/>
      <dgm:t>
        <a:bodyPr/>
        <a:lstStyle/>
        <a:p>
          <a:endParaRPr lang="en-US"/>
        </a:p>
      </dgm:t>
    </dgm:pt>
    <dgm:pt modelId="{4177E1E7-4EC9-4C6F-93E9-F02F2FAB163E}" type="sibTrans" cxnId="{069B742F-ADDA-482B-B930-7BA78336D6CD}">
      <dgm:prSet/>
      <dgm:spPr/>
      <dgm:t>
        <a:bodyPr/>
        <a:lstStyle/>
        <a:p>
          <a:endParaRPr lang="en-US"/>
        </a:p>
      </dgm:t>
    </dgm:pt>
    <dgm:pt modelId="{E1E04359-7866-4D6D-AB30-24ABADF47B1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Data Fusion</a:t>
          </a:r>
        </a:p>
      </dgm:t>
    </dgm:pt>
    <dgm:pt modelId="{95C49C26-49E8-4785-92DC-52B2BC832C23}" type="parTrans" cxnId="{AF4C688F-29EB-4166-866B-4D4DBB4EA408}">
      <dgm:prSet/>
      <dgm:spPr/>
      <dgm:t>
        <a:bodyPr/>
        <a:lstStyle/>
        <a:p>
          <a:endParaRPr lang="en-US"/>
        </a:p>
      </dgm:t>
    </dgm:pt>
    <dgm:pt modelId="{B088F0B8-AC2C-4A00-813B-17A3141F1D63}" type="sibTrans" cxnId="{AF4C688F-29EB-4166-866B-4D4DBB4EA408}">
      <dgm:prSet/>
      <dgm:spPr/>
      <dgm:t>
        <a:bodyPr/>
        <a:lstStyle/>
        <a:p>
          <a:endParaRPr lang="en-US"/>
        </a:p>
      </dgm:t>
    </dgm:pt>
    <dgm:pt modelId="{2A2F3BB1-6344-46F5-BFF6-819942CEC49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Post-Fusion Processing</a:t>
          </a:r>
        </a:p>
      </dgm:t>
    </dgm:pt>
    <dgm:pt modelId="{50C621DA-7382-4E24-8D2A-5161D3807D3A}" type="parTrans" cxnId="{362123F2-9510-4FE1-9E89-B944191BB590}">
      <dgm:prSet/>
      <dgm:spPr/>
      <dgm:t>
        <a:bodyPr/>
        <a:lstStyle/>
        <a:p>
          <a:endParaRPr lang="en-US"/>
        </a:p>
      </dgm:t>
    </dgm:pt>
    <dgm:pt modelId="{9EF98592-DF73-4269-9464-F11AA3A651F9}" type="sibTrans" cxnId="{362123F2-9510-4FE1-9E89-B944191BB590}">
      <dgm:prSet/>
      <dgm:spPr/>
      <dgm:t>
        <a:bodyPr/>
        <a:lstStyle/>
        <a:p>
          <a:endParaRPr lang="en-US"/>
        </a:p>
      </dgm:t>
    </dgm:pt>
    <dgm:pt modelId="{87B52FFD-94F2-4CBC-B7C4-AE3C3C7E5CC0}" type="pres">
      <dgm:prSet presAssocID="{CCB88280-FF05-4534-AC38-FC53C84AFC1E}" presName="Name0" presStyleCnt="0">
        <dgm:presLayoutVars>
          <dgm:dir/>
          <dgm:resizeHandles val="exact"/>
        </dgm:presLayoutVars>
      </dgm:prSet>
      <dgm:spPr/>
    </dgm:pt>
    <dgm:pt modelId="{71175C76-5C27-4B9F-9BD7-C8EED1809860}" type="pres">
      <dgm:prSet presAssocID="{759CB545-8C6C-43A8-B959-18C04933A565}" presName="parTxOnly" presStyleLbl="node1" presStyleIdx="0" presStyleCnt="5">
        <dgm:presLayoutVars>
          <dgm:bulletEnabled val="1"/>
        </dgm:presLayoutVars>
      </dgm:prSet>
      <dgm:spPr/>
    </dgm:pt>
    <dgm:pt modelId="{B83CAC01-CC5B-4174-92E7-6ABDE9988860}" type="pres">
      <dgm:prSet presAssocID="{AD301562-0087-49BD-8B1D-35336B49F083}" presName="parSpace" presStyleCnt="0"/>
      <dgm:spPr/>
    </dgm:pt>
    <dgm:pt modelId="{43176861-1A30-4BB4-B6B1-04B46B24CBDE}" type="pres">
      <dgm:prSet presAssocID="{803C6550-9893-4FF7-8BC9-910803BC88EC}" presName="parTxOnly" presStyleLbl="node1" presStyleIdx="1" presStyleCnt="5">
        <dgm:presLayoutVars>
          <dgm:bulletEnabled val="1"/>
        </dgm:presLayoutVars>
      </dgm:prSet>
      <dgm:spPr/>
    </dgm:pt>
    <dgm:pt modelId="{0AB75BC2-9386-4171-921F-BCF3DF049F73}" type="pres">
      <dgm:prSet presAssocID="{2CCA88B1-8800-44FF-851B-5C0D573A19CE}" presName="parSpace" presStyleCnt="0"/>
      <dgm:spPr/>
    </dgm:pt>
    <dgm:pt modelId="{080F08FF-9046-41AD-9BD9-C2A5B1374738}" type="pres">
      <dgm:prSet presAssocID="{6BC2DEF3-010C-460B-8BB4-A2A4434322EB}" presName="parTxOnly" presStyleLbl="node1" presStyleIdx="2" presStyleCnt="5">
        <dgm:presLayoutVars>
          <dgm:bulletEnabled val="1"/>
        </dgm:presLayoutVars>
      </dgm:prSet>
      <dgm:spPr/>
    </dgm:pt>
    <dgm:pt modelId="{A435ABA6-60F5-481F-836C-F805A6BF3993}" type="pres">
      <dgm:prSet presAssocID="{4177E1E7-4EC9-4C6F-93E9-F02F2FAB163E}" presName="parSpace" presStyleCnt="0"/>
      <dgm:spPr/>
    </dgm:pt>
    <dgm:pt modelId="{BDA6ED8B-A4C7-4D98-BA2E-B909C0506903}" type="pres">
      <dgm:prSet presAssocID="{E1E04359-7866-4D6D-AB30-24ABADF47B12}" presName="parTxOnly" presStyleLbl="node1" presStyleIdx="3" presStyleCnt="5">
        <dgm:presLayoutVars>
          <dgm:bulletEnabled val="1"/>
        </dgm:presLayoutVars>
      </dgm:prSet>
      <dgm:spPr/>
    </dgm:pt>
    <dgm:pt modelId="{4F6C8687-E557-4BF2-B328-42EBB7CF461F}" type="pres">
      <dgm:prSet presAssocID="{B088F0B8-AC2C-4A00-813B-17A3141F1D63}" presName="parSpace" presStyleCnt="0"/>
      <dgm:spPr/>
    </dgm:pt>
    <dgm:pt modelId="{2EFDE106-F0E9-477B-AADC-70C2ADABDE45}" type="pres">
      <dgm:prSet presAssocID="{2A2F3BB1-6344-46F5-BFF6-819942CEC49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CB38D00-F56B-49C5-89E1-8BC7B05E1075}" srcId="{CCB88280-FF05-4534-AC38-FC53C84AFC1E}" destId="{803C6550-9893-4FF7-8BC9-910803BC88EC}" srcOrd="1" destOrd="0" parTransId="{148F7471-D0FA-4B21-8C87-5A3B5DF0FDB7}" sibTransId="{2CCA88B1-8800-44FF-851B-5C0D573A19CE}"/>
    <dgm:cxn modelId="{FB67E309-343F-455C-BA04-91E7F541234C}" type="presOf" srcId="{6BC2DEF3-010C-460B-8BB4-A2A4434322EB}" destId="{080F08FF-9046-41AD-9BD9-C2A5B1374738}" srcOrd="0" destOrd="0" presId="urn:microsoft.com/office/officeart/2005/8/layout/hChevron3"/>
    <dgm:cxn modelId="{76638B16-D540-40F4-8FE8-BFFA97F011F0}" type="presOf" srcId="{E1E04359-7866-4D6D-AB30-24ABADF47B12}" destId="{BDA6ED8B-A4C7-4D98-BA2E-B909C0506903}" srcOrd="0" destOrd="0" presId="urn:microsoft.com/office/officeart/2005/8/layout/hChevron3"/>
    <dgm:cxn modelId="{8A98482D-2778-46C6-8372-C46D66544B55}" srcId="{CCB88280-FF05-4534-AC38-FC53C84AFC1E}" destId="{759CB545-8C6C-43A8-B959-18C04933A565}" srcOrd="0" destOrd="0" parTransId="{A5B38FC6-B2A4-4E56-9AE0-E77DD6766C44}" sibTransId="{AD301562-0087-49BD-8B1D-35336B49F083}"/>
    <dgm:cxn modelId="{069B742F-ADDA-482B-B930-7BA78336D6CD}" srcId="{CCB88280-FF05-4534-AC38-FC53C84AFC1E}" destId="{6BC2DEF3-010C-460B-8BB4-A2A4434322EB}" srcOrd="2" destOrd="0" parTransId="{9808866E-6AE8-45FC-8E8C-321099BA892B}" sibTransId="{4177E1E7-4EC9-4C6F-93E9-F02F2FAB163E}"/>
    <dgm:cxn modelId="{5DD35348-910D-4657-AEAF-C36BC2676DFA}" type="presOf" srcId="{CCB88280-FF05-4534-AC38-FC53C84AFC1E}" destId="{87B52FFD-94F2-4CBC-B7C4-AE3C3C7E5CC0}" srcOrd="0" destOrd="0" presId="urn:microsoft.com/office/officeart/2005/8/layout/hChevron3"/>
    <dgm:cxn modelId="{AF4C688F-29EB-4166-866B-4D4DBB4EA408}" srcId="{CCB88280-FF05-4534-AC38-FC53C84AFC1E}" destId="{E1E04359-7866-4D6D-AB30-24ABADF47B12}" srcOrd="3" destOrd="0" parTransId="{95C49C26-49E8-4785-92DC-52B2BC832C23}" sibTransId="{B088F0B8-AC2C-4A00-813B-17A3141F1D63}"/>
    <dgm:cxn modelId="{BAFD30A3-7CD0-4F6F-836F-A3D7D9FF076A}" type="presOf" srcId="{803C6550-9893-4FF7-8BC9-910803BC88EC}" destId="{43176861-1A30-4BB4-B6B1-04B46B24CBDE}" srcOrd="0" destOrd="0" presId="urn:microsoft.com/office/officeart/2005/8/layout/hChevron3"/>
    <dgm:cxn modelId="{1B4DC8A3-E0F8-4658-96A6-A128F17A778E}" type="presOf" srcId="{759CB545-8C6C-43A8-B959-18C04933A565}" destId="{71175C76-5C27-4B9F-9BD7-C8EED1809860}" srcOrd="0" destOrd="0" presId="urn:microsoft.com/office/officeart/2005/8/layout/hChevron3"/>
    <dgm:cxn modelId="{C0384EBF-9A69-4682-B4FC-DCCC74C851F7}" type="presOf" srcId="{2A2F3BB1-6344-46F5-BFF6-819942CEC49E}" destId="{2EFDE106-F0E9-477B-AADC-70C2ADABDE45}" srcOrd="0" destOrd="0" presId="urn:microsoft.com/office/officeart/2005/8/layout/hChevron3"/>
    <dgm:cxn modelId="{362123F2-9510-4FE1-9E89-B944191BB590}" srcId="{CCB88280-FF05-4534-AC38-FC53C84AFC1E}" destId="{2A2F3BB1-6344-46F5-BFF6-819942CEC49E}" srcOrd="4" destOrd="0" parTransId="{50C621DA-7382-4E24-8D2A-5161D3807D3A}" sibTransId="{9EF98592-DF73-4269-9464-F11AA3A651F9}"/>
    <dgm:cxn modelId="{FEE12A92-6D9E-45B7-9021-311F41F72CAB}" type="presParOf" srcId="{87B52FFD-94F2-4CBC-B7C4-AE3C3C7E5CC0}" destId="{71175C76-5C27-4B9F-9BD7-C8EED1809860}" srcOrd="0" destOrd="0" presId="urn:microsoft.com/office/officeart/2005/8/layout/hChevron3"/>
    <dgm:cxn modelId="{A30477F5-E4AE-47E6-9B62-EE37CA1CF107}" type="presParOf" srcId="{87B52FFD-94F2-4CBC-B7C4-AE3C3C7E5CC0}" destId="{B83CAC01-CC5B-4174-92E7-6ABDE9988860}" srcOrd="1" destOrd="0" presId="urn:microsoft.com/office/officeart/2005/8/layout/hChevron3"/>
    <dgm:cxn modelId="{1E7FA283-F6DC-40F5-9E84-B01DEB6F6478}" type="presParOf" srcId="{87B52FFD-94F2-4CBC-B7C4-AE3C3C7E5CC0}" destId="{43176861-1A30-4BB4-B6B1-04B46B24CBDE}" srcOrd="2" destOrd="0" presId="urn:microsoft.com/office/officeart/2005/8/layout/hChevron3"/>
    <dgm:cxn modelId="{A535BD9F-56E1-4005-98D3-4396AE335A8C}" type="presParOf" srcId="{87B52FFD-94F2-4CBC-B7C4-AE3C3C7E5CC0}" destId="{0AB75BC2-9386-4171-921F-BCF3DF049F73}" srcOrd="3" destOrd="0" presId="urn:microsoft.com/office/officeart/2005/8/layout/hChevron3"/>
    <dgm:cxn modelId="{DF7CE521-7BD6-41CF-96CF-F6137573937A}" type="presParOf" srcId="{87B52FFD-94F2-4CBC-B7C4-AE3C3C7E5CC0}" destId="{080F08FF-9046-41AD-9BD9-C2A5B1374738}" srcOrd="4" destOrd="0" presId="urn:microsoft.com/office/officeart/2005/8/layout/hChevron3"/>
    <dgm:cxn modelId="{E7222687-B041-44D6-953D-90D5EB7505F3}" type="presParOf" srcId="{87B52FFD-94F2-4CBC-B7C4-AE3C3C7E5CC0}" destId="{A435ABA6-60F5-481F-836C-F805A6BF3993}" srcOrd="5" destOrd="0" presId="urn:microsoft.com/office/officeart/2005/8/layout/hChevron3"/>
    <dgm:cxn modelId="{A49A0834-AB57-439D-A236-42D4AE01F2EC}" type="presParOf" srcId="{87B52FFD-94F2-4CBC-B7C4-AE3C3C7E5CC0}" destId="{BDA6ED8B-A4C7-4D98-BA2E-B909C0506903}" srcOrd="6" destOrd="0" presId="urn:microsoft.com/office/officeart/2005/8/layout/hChevron3"/>
    <dgm:cxn modelId="{D06D2550-84AD-4CC9-8095-E530A65CC493}" type="presParOf" srcId="{87B52FFD-94F2-4CBC-B7C4-AE3C3C7E5CC0}" destId="{4F6C8687-E557-4BF2-B328-42EBB7CF461F}" srcOrd="7" destOrd="0" presId="urn:microsoft.com/office/officeart/2005/8/layout/hChevron3"/>
    <dgm:cxn modelId="{A8B9BDCC-5E52-4AAE-9C3A-1DAFE51FCE09}" type="presParOf" srcId="{87B52FFD-94F2-4CBC-B7C4-AE3C3C7E5CC0}" destId="{2EFDE106-F0E9-477B-AADC-70C2ADABDE4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CB88280-FF05-4534-AC38-FC53C84AFC1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CB545-8C6C-43A8-B959-18C04933A565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Definitions</a:t>
          </a:r>
        </a:p>
      </dgm:t>
    </dgm:pt>
    <dgm:pt modelId="{A5B38FC6-B2A4-4E56-9AE0-E77DD6766C44}" type="parTrans" cxnId="{8A98482D-2778-46C6-8372-C46D66544B55}">
      <dgm:prSet/>
      <dgm:spPr/>
      <dgm:t>
        <a:bodyPr/>
        <a:lstStyle/>
        <a:p>
          <a:endParaRPr lang="en-US"/>
        </a:p>
      </dgm:t>
    </dgm:pt>
    <dgm:pt modelId="{AD301562-0087-49BD-8B1D-35336B49F083}" type="sibTrans" cxnId="{8A98482D-2778-46C6-8372-C46D66544B55}">
      <dgm:prSet/>
      <dgm:spPr/>
      <dgm:t>
        <a:bodyPr/>
        <a:lstStyle/>
        <a:p>
          <a:endParaRPr lang="en-US"/>
        </a:p>
      </dgm:t>
    </dgm:pt>
    <dgm:pt modelId="{803C6550-9893-4FF7-8BC9-910803BC88E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Transformations</a:t>
          </a:r>
          <a:endParaRPr lang="en-US" dirty="0"/>
        </a:p>
      </dgm:t>
    </dgm:pt>
    <dgm:pt modelId="{148F7471-D0FA-4B21-8C87-5A3B5DF0FDB7}" type="parTrans" cxnId="{8CB38D00-F56B-49C5-89E1-8BC7B05E1075}">
      <dgm:prSet/>
      <dgm:spPr/>
      <dgm:t>
        <a:bodyPr/>
        <a:lstStyle/>
        <a:p>
          <a:endParaRPr lang="en-US"/>
        </a:p>
      </dgm:t>
    </dgm:pt>
    <dgm:pt modelId="{2CCA88B1-8800-44FF-851B-5C0D573A19CE}" type="sibTrans" cxnId="{8CB38D00-F56B-49C5-89E1-8BC7B05E1075}">
      <dgm:prSet/>
      <dgm:spPr/>
      <dgm:t>
        <a:bodyPr/>
        <a:lstStyle/>
        <a:p>
          <a:endParaRPr lang="en-US"/>
        </a:p>
      </dgm:t>
    </dgm:pt>
    <dgm:pt modelId="{6BC2DEF3-010C-460B-8BB4-A2A4434322E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/>
            <a:t>Pre-Fusion Processing</a:t>
          </a:r>
          <a:endParaRPr lang="en-US" dirty="0"/>
        </a:p>
      </dgm:t>
    </dgm:pt>
    <dgm:pt modelId="{9808866E-6AE8-45FC-8E8C-321099BA892B}" type="parTrans" cxnId="{069B742F-ADDA-482B-B930-7BA78336D6CD}">
      <dgm:prSet/>
      <dgm:spPr/>
      <dgm:t>
        <a:bodyPr/>
        <a:lstStyle/>
        <a:p>
          <a:endParaRPr lang="en-US"/>
        </a:p>
      </dgm:t>
    </dgm:pt>
    <dgm:pt modelId="{4177E1E7-4EC9-4C6F-93E9-F02F2FAB163E}" type="sibTrans" cxnId="{069B742F-ADDA-482B-B930-7BA78336D6CD}">
      <dgm:prSet/>
      <dgm:spPr/>
      <dgm:t>
        <a:bodyPr/>
        <a:lstStyle/>
        <a:p>
          <a:endParaRPr lang="en-US"/>
        </a:p>
      </dgm:t>
    </dgm:pt>
    <dgm:pt modelId="{E1E04359-7866-4D6D-AB30-24ABADF47B12}">
      <dgm:prSet/>
      <dgm:spPr/>
      <dgm:t>
        <a:bodyPr/>
        <a:lstStyle/>
        <a:p>
          <a:r>
            <a:rPr lang="en-US"/>
            <a:t>Data Fusion</a:t>
          </a:r>
          <a:endParaRPr lang="en-US" dirty="0"/>
        </a:p>
      </dgm:t>
    </dgm:pt>
    <dgm:pt modelId="{95C49C26-49E8-4785-92DC-52B2BC832C23}" type="parTrans" cxnId="{AF4C688F-29EB-4166-866B-4D4DBB4EA408}">
      <dgm:prSet/>
      <dgm:spPr/>
      <dgm:t>
        <a:bodyPr/>
        <a:lstStyle/>
        <a:p>
          <a:endParaRPr lang="en-US"/>
        </a:p>
      </dgm:t>
    </dgm:pt>
    <dgm:pt modelId="{B088F0B8-AC2C-4A00-813B-17A3141F1D63}" type="sibTrans" cxnId="{AF4C688F-29EB-4166-866B-4D4DBB4EA408}">
      <dgm:prSet/>
      <dgm:spPr/>
      <dgm:t>
        <a:bodyPr/>
        <a:lstStyle/>
        <a:p>
          <a:endParaRPr lang="en-US"/>
        </a:p>
      </dgm:t>
    </dgm:pt>
    <dgm:pt modelId="{2A2F3BB1-6344-46F5-BFF6-819942CEC49E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Post-Fusion Processing</a:t>
          </a:r>
        </a:p>
      </dgm:t>
    </dgm:pt>
    <dgm:pt modelId="{50C621DA-7382-4E24-8D2A-5161D3807D3A}" type="parTrans" cxnId="{362123F2-9510-4FE1-9E89-B944191BB590}">
      <dgm:prSet/>
      <dgm:spPr/>
      <dgm:t>
        <a:bodyPr/>
        <a:lstStyle/>
        <a:p>
          <a:endParaRPr lang="en-US"/>
        </a:p>
      </dgm:t>
    </dgm:pt>
    <dgm:pt modelId="{9EF98592-DF73-4269-9464-F11AA3A651F9}" type="sibTrans" cxnId="{362123F2-9510-4FE1-9E89-B944191BB590}">
      <dgm:prSet/>
      <dgm:spPr/>
      <dgm:t>
        <a:bodyPr/>
        <a:lstStyle/>
        <a:p>
          <a:endParaRPr lang="en-US"/>
        </a:p>
      </dgm:t>
    </dgm:pt>
    <dgm:pt modelId="{87B52FFD-94F2-4CBC-B7C4-AE3C3C7E5CC0}" type="pres">
      <dgm:prSet presAssocID="{CCB88280-FF05-4534-AC38-FC53C84AFC1E}" presName="Name0" presStyleCnt="0">
        <dgm:presLayoutVars>
          <dgm:dir/>
          <dgm:resizeHandles val="exact"/>
        </dgm:presLayoutVars>
      </dgm:prSet>
      <dgm:spPr/>
    </dgm:pt>
    <dgm:pt modelId="{71175C76-5C27-4B9F-9BD7-C8EED1809860}" type="pres">
      <dgm:prSet presAssocID="{759CB545-8C6C-43A8-B959-18C04933A565}" presName="parTxOnly" presStyleLbl="node1" presStyleIdx="0" presStyleCnt="5">
        <dgm:presLayoutVars>
          <dgm:bulletEnabled val="1"/>
        </dgm:presLayoutVars>
      </dgm:prSet>
      <dgm:spPr/>
    </dgm:pt>
    <dgm:pt modelId="{B83CAC01-CC5B-4174-92E7-6ABDE9988860}" type="pres">
      <dgm:prSet presAssocID="{AD301562-0087-49BD-8B1D-35336B49F083}" presName="parSpace" presStyleCnt="0"/>
      <dgm:spPr/>
    </dgm:pt>
    <dgm:pt modelId="{43176861-1A30-4BB4-B6B1-04B46B24CBDE}" type="pres">
      <dgm:prSet presAssocID="{803C6550-9893-4FF7-8BC9-910803BC88EC}" presName="parTxOnly" presStyleLbl="node1" presStyleIdx="1" presStyleCnt="5">
        <dgm:presLayoutVars>
          <dgm:bulletEnabled val="1"/>
        </dgm:presLayoutVars>
      </dgm:prSet>
      <dgm:spPr/>
    </dgm:pt>
    <dgm:pt modelId="{0AB75BC2-9386-4171-921F-BCF3DF049F73}" type="pres">
      <dgm:prSet presAssocID="{2CCA88B1-8800-44FF-851B-5C0D573A19CE}" presName="parSpace" presStyleCnt="0"/>
      <dgm:spPr/>
    </dgm:pt>
    <dgm:pt modelId="{080F08FF-9046-41AD-9BD9-C2A5B1374738}" type="pres">
      <dgm:prSet presAssocID="{6BC2DEF3-010C-460B-8BB4-A2A4434322EB}" presName="parTxOnly" presStyleLbl="node1" presStyleIdx="2" presStyleCnt="5">
        <dgm:presLayoutVars>
          <dgm:bulletEnabled val="1"/>
        </dgm:presLayoutVars>
      </dgm:prSet>
      <dgm:spPr/>
    </dgm:pt>
    <dgm:pt modelId="{A435ABA6-60F5-481F-836C-F805A6BF3993}" type="pres">
      <dgm:prSet presAssocID="{4177E1E7-4EC9-4C6F-93E9-F02F2FAB163E}" presName="parSpace" presStyleCnt="0"/>
      <dgm:spPr/>
    </dgm:pt>
    <dgm:pt modelId="{BDA6ED8B-A4C7-4D98-BA2E-B909C0506903}" type="pres">
      <dgm:prSet presAssocID="{E1E04359-7866-4D6D-AB30-24ABADF47B12}" presName="parTxOnly" presStyleLbl="node1" presStyleIdx="3" presStyleCnt="5">
        <dgm:presLayoutVars>
          <dgm:bulletEnabled val="1"/>
        </dgm:presLayoutVars>
      </dgm:prSet>
      <dgm:spPr/>
    </dgm:pt>
    <dgm:pt modelId="{4F6C8687-E557-4BF2-B328-42EBB7CF461F}" type="pres">
      <dgm:prSet presAssocID="{B088F0B8-AC2C-4A00-813B-17A3141F1D63}" presName="parSpace" presStyleCnt="0"/>
      <dgm:spPr/>
    </dgm:pt>
    <dgm:pt modelId="{2EFDE106-F0E9-477B-AADC-70C2ADABDE45}" type="pres">
      <dgm:prSet presAssocID="{2A2F3BB1-6344-46F5-BFF6-819942CEC49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CB38D00-F56B-49C5-89E1-8BC7B05E1075}" srcId="{CCB88280-FF05-4534-AC38-FC53C84AFC1E}" destId="{803C6550-9893-4FF7-8BC9-910803BC88EC}" srcOrd="1" destOrd="0" parTransId="{148F7471-D0FA-4B21-8C87-5A3B5DF0FDB7}" sibTransId="{2CCA88B1-8800-44FF-851B-5C0D573A19CE}"/>
    <dgm:cxn modelId="{FB67E309-343F-455C-BA04-91E7F541234C}" type="presOf" srcId="{6BC2DEF3-010C-460B-8BB4-A2A4434322EB}" destId="{080F08FF-9046-41AD-9BD9-C2A5B1374738}" srcOrd="0" destOrd="0" presId="urn:microsoft.com/office/officeart/2005/8/layout/hChevron3"/>
    <dgm:cxn modelId="{76638B16-D540-40F4-8FE8-BFFA97F011F0}" type="presOf" srcId="{E1E04359-7866-4D6D-AB30-24ABADF47B12}" destId="{BDA6ED8B-A4C7-4D98-BA2E-B909C0506903}" srcOrd="0" destOrd="0" presId="urn:microsoft.com/office/officeart/2005/8/layout/hChevron3"/>
    <dgm:cxn modelId="{8A98482D-2778-46C6-8372-C46D66544B55}" srcId="{CCB88280-FF05-4534-AC38-FC53C84AFC1E}" destId="{759CB545-8C6C-43A8-B959-18C04933A565}" srcOrd="0" destOrd="0" parTransId="{A5B38FC6-B2A4-4E56-9AE0-E77DD6766C44}" sibTransId="{AD301562-0087-49BD-8B1D-35336B49F083}"/>
    <dgm:cxn modelId="{069B742F-ADDA-482B-B930-7BA78336D6CD}" srcId="{CCB88280-FF05-4534-AC38-FC53C84AFC1E}" destId="{6BC2DEF3-010C-460B-8BB4-A2A4434322EB}" srcOrd="2" destOrd="0" parTransId="{9808866E-6AE8-45FC-8E8C-321099BA892B}" sibTransId="{4177E1E7-4EC9-4C6F-93E9-F02F2FAB163E}"/>
    <dgm:cxn modelId="{5DD35348-910D-4657-AEAF-C36BC2676DFA}" type="presOf" srcId="{CCB88280-FF05-4534-AC38-FC53C84AFC1E}" destId="{87B52FFD-94F2-4CBC-B7C4-AE3C3C7E5CC0}" srcOrd="0" destOrd="0" presId="urn:microsoft.com/office/officeart/2005/8/layout/hChevron3"/>
    <dgm:cxn modelId="{AF4C688F-29EB-4166-866B-4D4DBB4EA408}" srcId="{CCB88280-FF05-4534-AC38-FC53C84AFC1E}" destId="{E1E04359-7866-4D6D-AB30-24ABADF47B12}" srcOrd="3" destOrd="0" parTransId="{95C49C26-49E8-4785-92DC-52B2BC832C23}" sibTransId="{B088F0B8-AC2C-4A00-813B-17A3141F1D63}"/>
    <dgm:cxn modelId="{BAFD30A3-7CD0-4F6F-836F-A3D7D9FF076A}" type="presOf" srcId="{803C6550-9893-4FF7-8BC9-910803BC88EC}" destId="{43176861-1A30-4BB4-B6B1-04B46B24CBDE}" srcOrd="0" destOrd="0" presId="urn:microsoft.com/office/officeart/2005/8/layout/hChevron3"/>
    <dgm:cxn modelId="{1B4DC8A3-E0F8-4658-96A6-A128F17A778E}" type="presOf" srcId="{759CB545-8C6C-43A8-B959-18C04933A565}" destId="{71175C76-5C27-4B9F-9BD7-C8EED1809860}" srcOrd="0" destOrd="0" presId="urn:microsoft.com/office/officeart/2005/8/layout/hChevron3"/>
    <dgm:cxn modelId="{C0384EBF-9A69-4682-B4FC-DCCC74C851F7}" type="presOf" srcId="{2A2F3BB1-6344-46F5-BFF6-819942CEC49E}" destId="{2EFDE106-F0E9-477B-AADC-70C2ADABDE45}" srcOrd="0" destOrd="0" presId="urn:microsoft.com/office/officeart/2005/8/layout/hChevron3"/>
    <dgm:cxn modelId="{362123F2-9510-4FE1-9E89-B944191BB590}" srcId="{CCB88280-FF05-4534-AC38-FC53C84AFC1E}" destId="{2A2F3BB1-6344-46F5-BFF6-819942CEC49E}" srcOrd="4" destOrd="0" parTransId="{50C621DA-7382-4E24-8D2A-5161D3807D3A}" sibTransId="{9EF98592-DF73-4269-9464-F11AA3A651F9}"/>
    <dgm:cxn modelId="{FEE12A92-6D9E-45B7-9021-311F41F72CAB}" type="presParOf" srcId="{87B52FFD-94F2-4CBC-B7C4-AE3C3C7E5CC0}" destId="{71175C76-5C27-4B9F-9BD7-C8EED1809860}" srcOrd="0" destOrd="0" presId="urn:microsoft.com/office/officeart/2005/8/layout/hChevron3"/>
    <dgm:cxn modelId="{A30477F5-E4AE-47E6-9B62-EE37CA1CF107}" type="presParOf" srcId="{87B52FFD-94F2-4CBC-B7C4-AE3C3C7E5CC0}" destId="{B83CAC01-CC5B-4174-92E7-6ABDE9988860}" srcOrd="1" destOrd="0" presId="urn:microsoft.com/office/officeart/2005/8/layout/hChevron3"/>
    <dgm:cxn modelId="{1E7FA283-F6DC-40F5-9E84-B01DEB6F6478}" type="presParOf" srcId="{87B52FFD-94F2-4CBC-B7C4-AE3C3C7E5CC0}" destId="{43176861-1A30-4BB4-B6B1-04B46B24CBDE}" srcOrd="2" destOrd="0" presId="urn:microsoft.com/office/officeart/2005/8/layout/hChevron3"/>
    <dgm:cxn modelId="{A535BD9F-56E1-4005-98D3-4396AE335A8C}" type="presParOf" srcId="{87B52FFD-94F2-4CBC-B7C4-AE3C3C7E5CC0}" destId="{0AB75BC2-9386-4171-921F-BCF3DF049F73}" srcOrd="3" destOrd="0" presId="urn:microsoft.com/office/officeart/2005/8/layout/hChevron3"/>
    <dgm:cxn modelId="{DF7CE521-7BD6-41CF-96CF-F6137573937A}" type="presParOf" srcId="{87B52FFD-94F2-4CBC-B7C4-AE3C3C7E5CC0}" destId="{080F08FF-9046-41AD-9BD9-C2A5B1374738}" srcOrd="4" destOrd="0" presId="urn:microsoft.com/office/officeart/2005/8/layout/hChevron3"/>
    <dgm:cxn modelId="{E7222687-B041-44D6-953D-90D5EB7505F3}" type="presParOf" srcId="{87B52FFD-94F2-4CBC-B7C4-AE3C3C7E5CC0}" destId="{A435ABA6-60F5-481F-836C-F805A6BF3993}" srcOrd="5" destOrd="0" presId="urn:microsoft.com/office/officeart/2005/8/layout/hChevron3"/>
    <dgm:cxn modelId="{A49A0834-AB57-439D-A236-42D4AE01F2EC}" type="presParOf" srcId="{87B52FFD-94F2-4CBC-B7C4-AE3C3C7E5CC0}" destId="{BDA6ED8B-A4C7-4D98-BA2E-B909C0506903}" srcOrd="6" destOrd="0" presId="urn:microsoft.com/office/officeart/2005/8/layout/hChevron3"/>
    <dgm:cxn modelId="{D06D2550-84AD-4CC9-8095-E530A65CC493}" type="presParOf" srcId="{87B52FFD-94F2-4CBC-B7C4-AE3C3C7E5CC0}" destId="{4F6C8687-E557-4BF2-B328-42EBB7CF461F}" srcOrd="7" destOrd="0" presId="urn:microsoft.com/office/officeart/2005/8/layout/hChevron3"/>
    <dgm:cxn modelId="{A8B9BDCC-5E52-4AAE-9C3A-1DAFE51FCE09}" type="presParOf" srcId="{87B52FFD-94F2-4CBC-B7C4-AE3C3C7E5CC0}" destId="{2EFDE106-F0E9-477B-AADC-70C2ADABDE4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B88280-FF05-4534-AC38-FC53C84AFC1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9CB545-8C6C-43A8-B959-18C04933A565}">
      <dgm:prSet phldrT="[Text]"/>
      <dgm:spPr>
        <a:solidFill>
          <a:schemeClr val="accent1">
            <a:lumMod val="50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Definitions</a:t>
          </a:r>
        </a:p>
      </dgm:t>
    </dgm:pt>
    <dgm:pt modelId="{A5B38FC6-B2A4-4E56-9AE0-E77DD6766C44}" type="parTrans" cxnId="{8A98482D-2778-46C6-8372-C46D66544B55}">
      <dgm:prSet/>
      <dgm:spPr/>
      <dgm:t>
        <a:bodyPr/>
        <a:lstStyle/>
        <a:p>
          <a:endParaRPr lang="en-US"/>
        </a:p>
      </dgm:t>
    </dgm:pt>
    <dgm:pt modelId="{AD301562-0087-49BD-8B1D-35336B49F083}" type="sibTrans" cxnId="{8A98482D-2778-46C6-8372-C46D66544B55}">
      <dgm:prSet/>
      <dgm:spPr/>
      <dgm:t>
        <a:bodyPr/>
        <a:lstStyle/>
        <a:p>
          <a:endParaRPr lang="en-US"/>
        </a:p>
      </dgm:t>
    </dgm:pt>
    <dgm:pt modelId="{803C6550-9893-4FF7-8BC9-910803BC88EC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Transformations</a:t>
          </a:r>
        </a:p>
      </dgm:t>
    </dgm:pt>
    <dgm:pt modelId="{148F7471-D0FA-4B21-8C87-5A3B5DF0FDB7}" type="parTrans" cxnId="{8CB38D00-F56B-49C5-89E1-8BC7B05E1075}">
      <dgm:prSet/>
      <dgm:spPr/>
      <dgm:t>
        <a:bodyPr/>
        <a:lstStyle/>
        <a:p>
          <a:endParaRPr lang="en-US"/>
        </a:p>
      </dgm:t>
    </dgm:pt>
    <dgm:pt modelId="{2CCA88B1-8800-44FF-851B-5C0D573A19CE}" type="sibTrans" cxnId="{8CB38D00-F56B-49C5-89E1-8BC7B05E1075}">
      <dgm:prSet/>
      <dgm:spPr/>
      <dgm:t>
        <a:bodyPr/>
        <a:lstStyle/>
        <a:p>
          <a:endParaRPr lang="en-US"/>
        </a:p>
      </dgm:t>
    </dgm:pt>
    <dgm:pt modelId="{6BC2DEF3-010C-460B-8BB4-A2A4434322EB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Pre-Fusion Processing</a:t>
          </a:r>
        </a:p>
      </dgm:t>
    </dgm:pt>
    <dgm:pt modelId="{9808866E-6AE8-45FC-8E8C-321099BA892B}" type="parTrans" cxnId="{069B742F-ADDA-482B-B930-7BA78336D6CD}">
      <dgm:prSet/>
      <dgm:spPr/>
      <dgm:t>
        <a:bodyPr/>
        <a:lstStyle/>
        <a:p>
          <a:endParaRPr lang="en-US"/>
        </a:p>
      </dgm:t>
    </dgm:pt>
    <dgm:pt modelId="{4177E1E7-4EC9-4C6F-93E9-F02F2FAB163E}" type="sibTrans" cxnId="{069B742F-ADDA-482B-B930-7BA78336D6CD}">
      <dgm:prSet/>
      <dgm:spPr/>
      <dgm:t>
        <a:bodyPr/>
        <a:lstStyle/>
        <a:p>
          <a:endParaRPr lang="en-US"/>
        </a:p>
      </dgm:t>
    </dgm:pt>
    <dgm:pt modelId="{E1E04359-7866-4D6D-AB30-24ABADF47B12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r>
            <a:rPr lang="en-US" dirty="0"/>
            <a:t>Data Fusion</a:t>
          </a:r>
        </a:p>
      </dgm:t>
    </dgm:pt>
    <dgm:pt modelId="{95C49C26-49E8-4785-92DC-52B2BC832C23}" type="parTrans" cxnId="{AF4C688F-29EB-4166-866B-4D4DBB4EA408}">
      <dgm:prSet/>
      <dgm:spPr/>
      <dgm:t>
        <a:bodyPr/>
        <a:lstStyle/>
        <a:p>
          <a:endParaRPr lang="en-US"/>
        </a:p>
      </dgm:t>
    </dgm:pt>
    <dgm:pt modelId="{B088F0B8-AC2C-4A00-813B-17A3141F1D63}" type="sibTrans" cxnId="{AF4C688F-29EB-4166-866B-4D4DBB4EA408}">
      <dgm:prSet/>
      <dgm:spPr/>
      <dgm:t>
        <a:bodyPr/>
        <a:lstStyle/>
        <a:p>
          <a:endParaRPr lang="en-US"/>
        </a:p>
      </dgm:t>
    </dgm:pt>
    <dgm:pt modelId="{2A2F3BB1-6344-46F5-BFF6-819942CEC49E}">
      <dgm:prSet/>
      <dgm:spPr/>
      <dgm:t>
        <a:bodyPr/>
        <a:lstStyle/>
        <a:p>
          <a:r>
            <a:rPr lang="en-US" dirty="0"/>
            <a:t>Post-Fusion Processing</a:t>
          </a:r>
        </a:p>
      </dgm:t>
    </dgm:pt>
    <dgm:pt modelId="{50C621DA-7382-4E24-8D2A-5161D3807D3A}" type="parTrans" cxnId="{362123F2-9510-4FE1-9E89-B944191BB590}">
      <dgm:prSet/>
      <dgm:spPr/>
      <dgm:t>
        <a:bodyPr/>
        <a:lstStyle/>
        <a:p>
          <a:endParaRPr lang="en-US"/>
        </a:p>
      </dgm:t>
    </dgm:pt>
    <dgm:pt modelId="{9EF98592-DF73-4269-9464-F11AA3A651F9}" type="sibTrans" cxnId="{362123F2-9510-4FE1-9E89-B944191BB590}">
      <dgm:prSet/>
      <dgm:spPr/>
      <dgm:t>
        <a:bodyPr/>
        <a:lstStyle/>
        <a:p>
          <a:endParaRPr lang="en-US"/>
        </a:p>
      </dgm:t>
    </dgm:pt>
    <dgm:pt modelId="{87B52FFD-94F2-4CBC-B7C4-AE3C3C7E5CC0}" type="pres">
      <dgm:prSet presAssocID="{CCB88280-FF05-4534-AC38-FC53C84AFC1E}" presName="Name0" presStyleCnt="0">
        <dgm:presLayoutVars>
          <dgm:dir/>
          <dgm:resizeHandles val="exact"/>
        </dgm:presLayoutVars>
      </dgm:prSet>
      <dgm:spPr/>
    </dgm:pt>
    <dgm:pt modelId="{71175C76-5C27-4B9F-9BD7-C8EED1809860}" type="pres">
      <dgm:prSet presAssocID="{759CB545-8C6C-43A8-B959-18C04933A565}" presName="parTxOnly" presStyleLbl="node1" presStyleIdx="0" presStyleCnt="5">
        <dgm:presLayoutVars>
          <dgm:bulletEnabled val="1"/>
        </dgm:presLayoutVars>
      </dgm:prSet>
      <dgm:spPr/>
    </dgm:pt>
    <dgm:pt modelId="{B83CAC01-CC5B-4174-92E7-6ABDE9988860}" type="pres">
      <dgm:prSet presAssocID="{AD301562-0087-49BD-8B1D-35336B49F083}" presName="parSpace" presStyleCnt="0"/>
      <dgm:spPr/>
    </dgm:pt>
    <dgm:pt modelId="{43176861-1A30-4BB4-B6B1-04B46B24CBDE}" type="pres">
      <dgm:prSet presAssocID="{803C6550-9893-4FF7-8BC9-910803BC88EC}" presName="parTxOnly" presStyleLbl="node1" presStyleIdx="1" presStyleCnt="5">
        <dgm:presLayoutVars>
          <dgm:bulletEnabled val="1"/>
        </dgm:presLayoutVars>
      </dgm:prSet>
      <dgm:spPr/>
    </dgm:pt>
    <dgm:pt modelId="{0AB75BC2-9386-4171-921F-BCF3DF049F73}" type="pres">
      <dgm:prSet presAssocID="{2CCA88B1-8800-44FF-851B-5C0D573A19CE}" presName="parSpace" presStyleCnt="0"/>
      <dgm:spPr/>
    </dgm:pt>
    <dgm:pt modelId="{080F08FF-9046-41AD-9BD9-C2A5B1374738}" type="pres">
      <dgm:prSet presAssocID="{6BC2DEF3-010C-460B-8BB4-A2A4434322EB}" presName="parTxOnly" presStyleLbl="node1" presStyleIdx="2" presStyleCnt="5">
        <dgm:presLayoutVars>
          <dgm:bulletEnabled val="1"/>
        </dgm:presLayoutVars>
      </dgm:prSet>
      <dgm:spPr/>
    </dgm:pt>
    <dgm:pt modelId="{A435ABA6-60F5-481F-836C-F805A6BF3993}" type="pres">
      <dgm:prSet presAssocID="{4177E1E7-4EC9-4C6F-93E9-F02F2FAB163E}" presName="parSpace" presStyleCnt="0"/>
      <dgm:spPr/>
    </dgm:pt>
    <dgm:pt modelId="{BDA6ED8B-A4C7-4D98-BA2E-B909C0506903}" type="pres">
      <dgm:prSet presAssocID="{E1E04359-7866-4D6D-AB30-24ABADF47B12}" presName="parTxOnly" presStyleLbl="node1" presStyleIdx="3" presStyleCnt="5">
        <dgm:presLayoutVars>
          <dgm:bulletEnabled val="1"/>
        </dgm:presLayoutVars>
      </dgm:prSet>
      <dgm:spPr/>
    </dgm:pt>
    <dgm:pt modelId="{4F6C8687-E557-4BF2-B328-42EBB7CF461F}" type="pres">
      <dgm:prSet presAssocID="{B088F0B8-AC2C-4A00-813B-17A3141F1D63}" presName="parSpace" presStyleCnt="0"/>
      <dgm:spPr/>
    </dgm:pt>
    <dgm:pt modelId="{2EFDE106-F0E9-477B-AADC-70C2ADABDE45}" type="pres">
      <dgm:prSet presAssocID="{2A2F3BB1-6344-46F5-BFF6-819942CEC49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8CB38D00-F56B-49C5-89E1-8BC7B05E1075}" srcId="{CCB88280-FF05-4534-AC38-FC53C84AFC1E}" destId="{803C6550-9893-4FF7-8BC9-910803BC88EC}" srcOrd="1" destOrd="0" parTransId="{148F7471-D0FA-4B21-8C87-5A3B5DF0FDB7}" sibTransId="{2CCA88B1-8800-44FF-851B-5C0D573A19CE}"/>
    <dgm:cxn modelId="{FB67E309-343F-455C-BA04-91E7F541234C}" type="presOf" srcId="{6BC2DEF3-010C-460B-8BB4-A2A4434322EB}" destId="{080F08FF-9046-41AD-9BD9-C2A5B1374738}" srcOrd="0" destOrd="0" presId="urn:microsoft.com/office/officeart/2005/8/layout/hChevron3"/>
    <dgm:cxn modelId="{76638B16-D540-40F4-8FE8-BFFA97F011F0}" type="presOf" srcId="{E1E04359-7866-4D6D-AB30-24ABADF47B12}" destId="{BDA6ED8B-A4C7-4D98-BA2E-B909C0506903}" srcOrd="0" destOrd="0" presId="urn:microsoft.com/office/officeart/2005/8/layout/hChevron3"/>
    <dgm:cxn modelId="{8A98482D-2778-46C6-8372-C46D66544B55}" srcId="{CCB88280-FF05-4534-AC38-FC53C84AFC1E}" destId="{759CB545-8C6C-43A8-B959-18C04933A565}" srcOrd="0" destOrd="0" parTransId="{A5B38FC6-B2A4-4E56-9AE0-E77DD6766C44}" sibTransId="{AD301562-0087-49BD-8B1D-35336B49F083}"/>
    <dgm:cxn modelId="{069B742F-ADDA-482B-B930-7BA78336D6CD}" srcId="{CCB88280-FF05-4534-AC38-FC53C84AFC1E}" destId="{6BC2DEF3-010C-460B-8BB4-A2A4434322EB}" srcOrd="2" destOrd="0" parTransId="{9808866E-6AE8-45FC-8E8C-321099BA892B}" sibTransId="{4177E1E7-4EC9-4C6F-93E9-F02F2FAB163E}"/>
    <dgm:cxn modelId="{5DD35348-910D-4657-AEAF-C36BC2676DFA}" type="presOf" srcId="{CCB88280-FF05-4534-AC38-FC53C84AFC1E}" destId="{87B52FFD-94F2-4CBC-B7C4-AE3C3C7E5CC0}" srcOrd="0" destOrd="0" presId="urn:microsoft.com/office/officeart/2005/8/layout/hChevron3"/>
    <dgm:cxn modelId="{AF4C688F-29EB-4166-866B-4D4DBB4EA408}" srcId="{CCB88280-FF05-4534-AC38-FC53C84AFC1E}" destId="{E1E04359-7866-4D6D-AB30-24ABADF47B12}" srcOrd="3" destOrd="0" parTransId="{95C49C26-49E8-4785-92DC-52B2BC832C23}" sibTransId="{B088F0B8-AC2C-4A00-813B-17A3141F1D63}"/>
    <dgm:cxn modelId="{BAFD30A3-7CD0-4F6F-836F-A3D7D9FF076A}" type="presOf" srcId="{803C6550-9893-4FF7-8BC9-910803BC88EC}" destId="{43176861-1A30-4BB4-B6B1-04B46B24CBDE}" srcOrd="0" destOrd="0" presId="urn:microsoft.com/office/officeart/2005/8/layout/hChevron3"/>
    <dgm:cxn modelId="{1B4DC8A3-E0F8-4658-96A6-A128F17A778E}" type="presOf" srcId="{759CB545-8C6C-43A8-B959-18C04933A565}" destId="{71175C76-5C27-4B9F-9BD7-C8EED1809860}" srcOrd="0" destOrd="0" presId="urn:microsoft.com/office/officeart/2005/8/layout/hChevron3"/>
    <dgm:cxn modelId="{C0384EBF-9A69-4682-B4FC-DCCC74C851F7}" type="presOf" srcId="{2A2F3BB1-6344-46F5-BFF6-819942CEC49E}" destId="{2EFDE106-F0E9-477B-AADC-70C2ADABDE45}" srcOrd="0" destOrd="0" presId="urn:microsoft.com/office/officeart/2005/8/layout/hChevron3"/>
    <dgm:cxn modelId="{362123F2-9510-4FE1-9E89-B944191BB590}" srcId="{CCB88280-FF05-4534-AC38-FC53C84AFC1E}" destId="{2A2F3BB1-6344-46F5-BFF6-819942CEC49E}" srcOrd="4" destOrd="0" parTransId="{50C621DA-7382-4E24-8D2A-5161D3807D3A}" sibTransId="{9EF98592-DF73-4269-9464-F11AA3A651F9}"/>
    <dgm:cxn modelId="{FEE12A92-6D9E-45B7-9021-311F41F72CAB}" type="presParOf" srcId="{87B52FFD-94F2-4CBC-B7C4-AE3C3C7E5CC0}" destId="{71175C76-5C27-4B9F-9BD7-C8EED1809860}" srcOrd="0" destOrd="0" presId="urn:microsoft.com/office/officeart/2005/8/layout/hChevron3"/>
    <dgm:cxn modelId="{A30477F5-E4AE-47E6-9B62-EE37CA1CF107}" type="presParOf" srcId="{87B52FFD-94F2-4CBC-B7C4-AE3C3C7E5CC0}" destId="{B83CAC01-CC5B-4174-92E7-6ABDE9988860}" srcOrd="1" destOrd="0" presId="urn:microsoft.com/office/officeart/2005/8/layout/hChevron3"/>
    <dgm:cxn modelId="{1E7FA283-F6DC-40F5-9E84-B01DEB6F6478}" type="presParOf" srcId="{87B52FFD-94F2-4CBC-B7C4-AE3C3C7E5CC0}" destId="{43176861-1A30-4BB4-B6B1-04B46B24CBDE}" srcOrd="2" destOrd="0" presId="urn:microsoft.com/office/officeart/2005/8/layout/hChevron3"/>
    <dgm:cxn modelId="{A535BD9F-56E1-4005-98D3-4396AE335A8C}" type="presParOf" srcId="{87B52FFD-94F2-4CBC-B7C4-AE3C3C7E5CC0}" destId="{0AB75BC2-9386-4171-921F-BCF3DF049F73}" srcOrd="3" destOrd="0" presId="urn:microsoft.com/office/officeart/2005/8/layout/hChevron3"/>
    <dgm:cxn modelId="{DF7CE521-7BD6-41CF-96CF-F6137573937A}" type="presParOf" srcId="{87B52FFD-94F2-4CBC-B7C4-AE3C3C7E5CC0}" destId="{080F08FF-9046-41AD-9BD9-C2A5B1374738}" srcOrd="4" destOrd="0" presId="urn:microsoft.com/office/officeart/2005/8/layout/hChevron3"/>
    <dgm:cxn modelId="{E7222687-B041-44D6-953D-90D5EB7505F3}" type="presParOf" srcId="{87B52FFD-94F2-4CBC-B7C4-AE3C3C7E5CC0}" destId="{A435ABA6-60F5-481F-836C-F805A6BF3993}" srcOrd="5" destOrd="0" presId="urn:microsoft.com/office/officeart/2005/8/layout/hChevron3"/>
    <dgm:cxn modelId="{A49A0834-AB57-439D-A236-42D4AE01F2EC}" type="presParOf" srcId="{87B52FFD-94F2-4CBC-B7C4-AE3C3C7E5CC0}" destId="{BDA6ED8B-A4C7-4D98-BA2E-B909C0506903}" srcOrd="6" destOrd="0" presId="urn:microsoft.com/office/officeart/2005/8/layout/hChevron3"/>
    <dgm:cxn modelId="{D06D2550-84AD-4CC9-8095-E530A65CC493}" type="presParOf" srcId="{87B52FFD-94F2-4CBC-B7C4-AE3C3C7E5CC0}" destId="{4F6C8687-E557-4BF2-B328-42EBB7CF461F}" srcOrd="7" destOrd="0" presId="urn:microsoft.com/office/officeart/2005/8/layout/hChevron3"/>
    <dgm:cxn modelId="{A8B9BDCC-5E52-4AAE-9C3A-1DAFE51FCE09}" type="presParOf" srcId="{87B52FFD-94F2-4CBC-B7C4-AE3C3C7E5CC0}" destId="{2EFDE106-F0E9-477B-AADC-70C2ADABDE45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FF86C-ACEB-433C-AB5B-CDC6AA129A0E}">
      <dsp:nvSpPr>
        <dsp:cNvPr id="0" name=""/>
        <dsp:cNvSpPr/>
      </dsp:nvSpPr>
      <dsp:spPr>
        <a:xfrm>
          <a:off x="3288935" y="113273"/>
          <a:ext cx="1801239" cy="1801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Observe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Perceptual Level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Collect evidence</a:t>
          </a:r>
          <a:endParaRPr lang="en-US" sz="2200" kern="1200" dirty="0">
            <a:solidFill>
              <a:schemeClr val="tx2"/>
            </a:solidFill>
          </a:endParaRPr>
        </a:p>
      </dsp:txBody>
      <dsp:txXfrm>
        <a:off x="3288935" y="113273"/>
        <a:ext cx="1801239" cy="1801239"/>
      </dsp:txXfrm>
    </dsp:sp>
    <dsp:sp modelId="{48ADBB62-91AF-465F-9A0B-FB63F3169B9C}">
      <dsp:nvSpPr>
        <dsp:cNvPr id="0" name=""/>
        <dsp:cNvSpPr/>
      </dsp:nvSpPr>
      <dsp:spPr>
        <a:xfrm>
          <a:off x="110907" y="-1118"/>
          <a:ext cx="5093659" cy="5093659"/>
        </a:xfrm>
        <a:prstGeom prst="circularArrow">
          <a:avLst>
            <a:gd name="adj1" fmla="val 6896"/>
            <a:gd name="adj2" fmla="val 464844"/>
            <a:gd name="adj3" fmla="val 551552"/>
            <a:gd name="adj4" fmla="val 20583603"/>
            <a:gd name="adj5" fmla="val 804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88ABA-AD4E-47F6-A3DB-8F07A2525591}">
      <dsp:nvSpPr>
        <dsp:cNvPr id="0" name=""/>
        <dsp:cNvSpPr/>
      </dsp:nvSpPr>
      <dsp:spPr>
        <a:xfrm>
          <a:off x="3288935" y="3176909"/>
          <a:ext cx="1801239" cy="1801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Orient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>
              <a:solidFill>
                <a:schemeClr val="tx2"/>
              </a:solidFill>
            </a:rPr>
            <a:t>Credal</a:t>
          </a:r>
          <a:r>
            <a:rPr lang="en-US" sz="1600" kern="1200" dirty="0">
              <a:solidFill>
                <a:schemeClr val="tx2"/>
              </a:solidFill>
            </a:rPr>
            <a:t> Level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Make sense of evidence</a:t>
          </a:r>
        </a:p>
      </dsp:txBody>
      <dsp:txXfrm>
        <a:off x="3288935" y="3176909"/>
        <a:ext cx="1801239" cy="1801239"/>
      </dsp:txXfrm>
    </dsp:sp>
    <dsp:sp modelId="{989803AD-4A14-4A74-9F37-F663AA980E7D}">
      <dsp:nvSpPr>
        <dsp:cNvPr id="0" name=""/>
        <dsp:cNvSpPr/>
      </dsp:nvSpPr>
      <dsp:spPr>
        <a:xfrm>
          <a:off x="110907" y="-1118"/>
          <a:ext cx="5093659" cy="5093659"/>
        </a:xfrm>
        <a:prstGeom prst="circularArrow">
          <a:avLst>
            <a:gd name="adj1" fmla="val 6896"/>
            <a:gd name="adj2" fmla="val 464844"/>
            <a:gd name="adj3" fmla="val 5951552"/>
            <a:gd name="adj4" fmla="val 4383603"/>
            <a:gd name="adj5" fmla="val 8045"/>
          </a:avLst>
        </a:prstGeom>
        <a:solidFill>
          <a:schemeClr val="accent3">
            <a:hueOff val="-3584210"/>
            <a:satOff val="13981"/>
            <a:lumOff val="-15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87BC2-CAC9-4555-A34F-4B5DCFCD7383}">
      <dsp:nvSpPr>
        <dsp:cNvPr id="0" name=""/>
        <dsp:cNvSpPr/>
      </dsp:nvSpPr>
      <dsp:spPr>
        <a:xfrm>
          <a:off x="225298" y="3176909"/>
          <a:ext cx="1801239" cy="1801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Decide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 err="1">
              <a:solidFill>
                <a:schemeClr val="tx2"/>
              </a:solidFill>
            </a:rPr>
            <a:t>Pignisitic</a:t>
          </a:r>
          <a:r>
            <a:rPr lang="en-US" sz="1600" kern="1200" dirty="0">
              <a:solidFill>
                <a:schemeClr val="tx2"/>
              </a:solidFill>
            </a:rPr>
            <a:t> Level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Use evidence</a:t>
          </a:r>
        </a:p>
      </dsp:txBody>
      <dsp:txXfrm>
        <a:off x="225298" y="3176909"/>
        <a:ext cx="1801239" cy="1801239"/>
      </dsp:txXfrm>
    </dsp:sp>
    <dsp:sp modelId="{4E56CFDD-000D-48E2-900A-022D9BFF2EE5}">
      <dsp:nvSpPr>
        <dsp:cNvPr id="0" name=""/>
        <dsp:cNvSpPr/>
      </dsp:nvSpPr>
      <dsp:spPr>
        <a:xfrm>
          <a:off x="110907" y="-1118"/>
          <a:ext cx="5093659" cy="5093659"/>
        </a:xfrm>
        <a:prstGeom prst="circularArrow">
          <a:avLst>
            <a:gd name="adj1" fmla="val 6896"/>
            <a:gd name="adj2" fmla="val 464844"/>
            <a:gd name="adj3" fmla="val 11351552"/>
            <a:gd name="adj4" fmla="val 9783603"/>
            <a:gd name="adj5" fmla="val 8045"/>
          </a:avLst>
        </a:prstGeom>
        <a:solidFill>
          <a:schemeClr val="accent3">
            <a:hueOff val="-7168421"/>
            <a:satOff val="27963"/>
            <a:lumOff val="-31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F7E2A-B7D9-4871-B0D4-FA3597634686}">
      <dsp:nvSpPr>
        <dsp:cNvPr id="0" name=""/>
        <dsp:cNvSpPr/>
      </dsp:nvSpPr>
      <dsp:spPr>
        <a:xfrm>
          <a:off x="225298" y="113273"/>
          <a:ext cx="1801239" cy="1801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Act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Existential Level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2"/>
              </a:solidFill>
            </a:rPr>
            <a:t>Cause of evidence</a:t>
          </a:r>
        </a:p>
      </dsp:txBody>
      <dsp:txXfrm>
        <a:off x="225298" y="113273"/>
        <a:ext cx="1801239" cy="1801239"/>
      </dsp:txXfrm>
    </dsp:sp>
    <dsp:sp modelId="{F9AB39D7-BA2F-4596-A77C-1C21CD21C2D8}">
      <dsp:nvSpPr>
        <dsp:cNvPr id="0" name=""/>
        <dsp:cNvSpPr/>
      </dsp:nvSpPr>
      <dsp:spPr>
        <a:xfrm>
          <a:off x="110907" y="-1118"/>
          <a:ext cx="5093659" cy="5093659"/>
        </a:xfrm>
        <a:prstGeom prst="circularArrow">
          <a:avLst>
            <a:gd name="adj1" fmla="val 6896"/>
            <a:gd name="adj2" fmla="val 464844"/>
            <a:gd name="adj3" fmla="val 16751552"/>
            <a:gd name="adj4" fmla="val 15183603"/>
            <a:gd name="adj5" fmla="val 8045"/>
          </a:avLst>
        </a:prstGeom>
        <a:solidFill>
          <a:schemeClr val="accent3">
            <a:hueOff val="-10752631"/>
            <a:satOff val="41944"/>
            <a:lumOff val="-47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5C76-5C27-4B9F-9BD7-C8EED1809860}">
      <dsp:nvSpPr>
        <dsp:cNvPr id="0" name=""/>
        <dsp:cNvSpPr/>
      </dsp:nvSpPr>
      <dsp:spPr>
        <a:xfrm>
          <a:off x="1280" y="445067"/>
          <a:ext cx="2496611" cy="99864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Definitions</a:t>
          </a:r>
        </a:p>
      </dsp:txBody>
      <dsp:txXfrm>
        <a:off x="1280" y="445067"/>
        <a:ext cx="2246950" cy="998644"/>
      </dsp:txXfrm>
    </dsp:sp>
    <dsp:sp modelId="{43176861-1A30-4BB4-B6B1-04B46B24CBDE}">
      <dsp:nvSpPr>
        <dsp:cNvPr id="0" name=""/>
        <dsp:cNvSpPr/>
      </dsp:nvSpPr>
      <dsp:spPr>
        <a:xfrm>
          <a:off x="1998569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Transformations</a:t>
          </a:r>
        </a:p>
      </dsp:txBody>
      <dsp:txXfrm>
        <a:off x="2497891" y="445067"/>
        <a:ext cx="1497967" cy="998644"/>
      </dsp:txXfrm>
    </dsp:sp>
    <dsp:sp modelId="{080F08FF-9046-41AD-9BD9-C2A5B1374738}">
      <dsp:nvSpPr>
        <dsp:cNvPr id="0" name=""/>
        <dsp:cNvSpPr/>
      </dsp:nvSpPr>
      <dsp:spPr>
        <a:xfrm>
          <a:off x="3995858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Pre-Fusion Processing</a:t>
          </a:r>
          <a:endParaRPr lang="en-US" sz="1500" kern="1200" dirty="0"/>
        </a:p>
      </dsp:txBody>
      <dsp:txXfrm>
        <a:off x="4495180" y="445067"/>
        <a:ext cx="1497967" cy="998644"/>
      </dsp:txXfrm>
    </dsp:sp>
    <dsp:sp modelId="{BDA6ED8B-A4C7-4D98-BA2E-B909C0506903}">
      <dsp:nvSpPr>
        <dsp:cNvPr id="0" name=""/>
        <dsp:cNvSpPr/>
      </dsp:nvSpPr>
      <dsp:spPr>
        <a:xfrm>
          <a:off x="599314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Fusion</a:t>
          </a:r>
        </a:p>
      </dsp:txBody>
      <dsp:txXfrm>
        <a:off x="6492469" y="445067"/>
        <a:ext cx="1497967" cy="998644"/>
      </dsp:txXfrm>
    </dsp:sp>
    <dsp:sp modelId="{2EFDE106-F0E9-477B-AADC-70C2ADABDE45}">
      <dsp:nvSpPr>
        <dsp:cNvPr id="0" name=""/>
        <dsp:cNvSpPr/>
      </dsp:nvSpPr>
      <dsp:spPr>
        <a:xfrm>
          <a:off x="799043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Post-Fusion Processing</a:t>
          </a:r>
        </a:p>
      </dsp:txBody>
      <dsp:txXfrm>
        <a:off x="8489759" y="445067"/>
        <a:ext cx="1497967" cy="9986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94D6A0-869D-4D9D-8238-D5DEB8C4BFD2}">
      <dsp:nvSpPr>
        <dsp:cNvPr id="0" name=""/>
        <dsp:cNvSpPr/>
      </dsp:nvSpPr>
      <dsp:spPr>
        <a:xfrm>
          <a:off x="709840" y="334387"/>
          <a:ext cx="833035" cy="833035"/>
        </a:xfrm>
        <a:prstGeom prst="ellipse">
          <a:avLst/>
        </a:prstGeom>
        <a:solidFill>
          <a:srgbClr val="FFFF00">
            <a:alpha val="50000"/>
          </a:srgb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5</m:t>
                    </m:r>
                  </m:sub>
                </m:sSub>
              </m:oMath>
            </m:oMathPara>
          </a14:m>
          <a:endParaRPr lang="en-US" sz="1800" kern="1200" dirty="0"/>
        </a:p>
      </dsp:txBody>
      <dsp:txXfrm>
        <a:off x="831835" y="456382"/>
        <a:ext cx="589045" cy="589045"/>
      </dsp:txXfrm>
    </dsp:sp>
    <dsp:sp modelId="{5EBB9EF3-C8F7-4CC6-9E25-CA3F062A33E2}">
      <dsp:nvSpPr>
        <dsp:cNvPr id="0" name=""/>
        <dsp:cNvSpPr/>
      </dsp:nvSpPr>
      <dsp:spPr>
        <a:xfrm>
          <a:off x="730641" y="-187309"/>
          <a:ext cx="791433" cy="791433"/>
        </a:xfrm>
        <a:prstGeom prst="ellipse">
          <a:avLst/>
        </a:prstGeom>
        <a:solidFill>
          <a:srgbClr val="FF0000">
            <a:alpha val="50000"/>
          </a:srgb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1</m:t>
                    </m:r>
                  </m:sub>
                </m:sSub>
              </m:oMath>
            </m:oMathPara>
          </a14:m>
          <a:endParaRPr lang="en-US" sz="1800" kern="1200" dirty="0"/>
        </a:p>
      </dsp:txBody>
      <dsp:txXfrm>
        <a:off x="846544" y="-71406"/>
        <a:ext cx="559627" cy="559627"/>
      </dsp:txXfrm>
    </dsp:sp>
    <dsp:sp modelId="{53E49F2A-763D-40F4-B65F-FF7B0DC7E052}">
      <dsp:nvSpPr>
        <dsp:cNvPr id="0" name=""/>
        <dsp:cNvSpPr/>
      </dsp:nvSpPr>
      <dsp:spPr>
        <a:xfrm>
          <a:off x="1273138" y="355188"/>
          <a:ext cx="791433" cy="791433"/>
        </a:xfrm>
        <a:prstGeom prst="ellipse">
          <a:avLst/>
        </a:prstGeom>
        <a:solidFill>
          <a:srgbClr val="00B0F0">
            <a:alpha val="50000"/>
          </a:srgb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m:oMathPara>
          </a14:m>
          <a:endParaRPr lang="en-US" sz="1800" kern="1200" dirty="0"/>
        </a:p>
      </dsp:txBody>
      <dsp:txXfrm>
        <a:off x="1389041" y="471091"/>
        <a:ext cx="559627" cy="559627"/>
      </dsp:txXfrm>
    </dsp:sp>
    <dsp:sp modelId="{CAB954E5-EE8B-4268-B15B-76C75AF8E8D9}">
      <dsp:nvSpPr>
        <dsp:cNvPr id="0" name=""/>
        <dsp:cNvSpPr/>
      </dsp:nvSpPr>
      <dsp:spPr>
        <a:xfrm>
          <a:off x="730641" y="897685"/>
          <a:ext cx="791433" cy="791433"/>
        </a:xfrm>
        <a:prstGeom prst="ellipse">
          <a:avLst/>
        </a:prstGeom>
        <a:solidFill>
          <a:srgbClr val="00B050">
            <a:alpha val="50000"/>
          </a:srgb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3</m:t>
                    </m:r>
                  </m:sub>
                </m:sSub>
              </m:oMath>
            </m:oMathPara>
          </a14:m>
          <a:endParaRPr lang="en-US" sz="1800" kern="1200" dirty="0"/>
        </a:p>
      </dsp:txBody>
      <dsp:txXfrm>
        <a:off x="846544" y="1013588"/>
        <a:ext cx="559627" cy="559627"/>
      </dsp:txXfrm>
    </dsp:sp>
    <dsp:sp modelId="{FA2E6B05-8E36-4368-ACC2-5C7ED92CD79D}">
      <dsp:nvSpPr>
        <dsp:cNvPr id="0" name=""/>
        <dsp:cNvSpPr/>
      </dsp:nvSpPr>
      <dsp:spPr>
        <a:xfrm>
          <a:off x="188143" y="355188"/>
          <a:ext cx="791433" cy="791433"/>
        </a:xfrm>
        <a:prstGeom prst="ellipse">
          <a:avLst/>
        </a:prstGeom>
        <a:solidFill>
          <a:srgbClr val="FFC000">
            <a:alpha val="50000"/>
          </a:srgbClr>
        </a:solidFill>
        <a:ln w="12700" cap="flat" cmpd="sng" algn="ctr">
          <a:solidFill>
            <a:schemeClr val="tx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en-US" sz="1800" b="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𝜃</m:t>
                    </m:r>
                  </m:e>
                  <m:sub>
                    <m:r>
                      <a:rPr lang="en-US" sz="1800" b="0" i="1" kern="1200" smtClean="0">
                        <a:latin typeface="Cambria Math" panose="02040503050406030204" pitchFamily="18" charset="0"/>
                      </a:rPr>
                      <m:t>4</m:t>
                    </m:r>
                  </m:sub>
                </m:sSub>
              </m:oMath>
            </m:oMathPara>
          </a14:m>
          <a:endParaRPr lang="en-US" sz="1800" kern="1200" dirty="0"/>
        </a:p>
      </dsp:txBody>
      <dsp:txXfrm>
        <a:off x="304046" y="471091"/>
        <a:ext cx="559627" cy="5596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5C76-5C27-4B9F-9BD7-C8EED1809860}">
      <dsp:nvSpPr>
        <dsp:cNvPr id="0" name=""/>
        <dsp:cNvSpPr/>
      </dsp:nvSpPr>
      <dsp:spPr>
        <a:xfrm>
          <a:off x="1280" y="445067"/>
          <a:ext cx="2496611" cy="998644"/>
        </a:xfrm>
        <a:prstGeom prst="homePlat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Definitions</a:t>
          </a:r>
        </a:p>
      </dsp:txBody>
      <dsp:txXfrm>
        <a:off x="1280" y="445067"/>
        <a:ext cx="2246950" cy="998644"/>
      </dsp:txXfrm>
    </dsp:sp>
    <dsp:sp modelId="{43176861-1A30-4BB4-B6B1-04B46B24CBDE}">
      <dsp:nvSpPr>
        <dsp:cNvPr id="0" name=""/>
        <dsp:cNvSpPr/>
      </dsp:nvSpPr>
      <dsp:spPr>
        <a:xfrm>
          <a:off x="1998569" y="445067"/>
          <a:ext cx="2496611" cy="9986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Transformations</a:t>
          </a:r>
          <a:endParaRPr lang="en-US" sz="1500" kern="1200" dirty="0"/>
        </a:p>
      </dsp:txBody>
      <dsp:txXfrm>
        <a:off x="2497891" y="445067"/>
        <a:ext cx="1497967" cy="998644"/>
      </dsp:txXfrm>
    </dsp:sp>
    <dsp:sp modelId="{080F08FF-9046-41AD-9BD9-C2A5B1374738}">
      <dsp:nvSpPr>
        <dsp:cNvPr id="0" name=""/>
        <dsp:cNvSpPr/>
      </dsp:nvSpPr>
      <dsp:spPr>
        <a:xfrm>
          <a:off x="3995858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Pre-Fusion Processing</a:t>
          </a:r>
        </a:p>
      </dsp:txBody>
      <dsp:txXfrm>
        <a:off x="4495180" y="445067"/>
        <a:ext cx="1497967" cy="998644"/>
      </dsp:txXfrm>
    </dsp:sp>
    <dsp:sp modelId="{BDA6ED8B-A4C7-4D98-BA2E-B909C0506903}">
      <dsp:nvSpPr>
        <dsp:cNvPr id="0" name=""/>
        <dsp:cNvSpPr/>
      </dsp:nvSpPr>
      <dsp:spPr>
        <a:xfrm>
          <a:off x="599314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Fusion</a:t>
          </a:r>
          <a:endParaRPr lang="en-US" sz="1500" kern="1200" dirty="0"/>
        </a:p>
      </dsp:txBody>
      <dsp:txXfrm>
        <a:off x="6492469" y="445067"/>
        <a:ext cx="1497967" cy="998644"/>
      </dsp:txXfrm>
    </dsp:sp>
    <dsp:sp modelId="{2EFDE106-F0E9-477B-AADC-70C2ADABDE45}">
      <dsp:nvSpPr>
        <dsp:cNvPr id="0" name=""/>
        <dsp:cNvSpPr/>
      </dsp:nvSpPr>
      <dsp:spPr>
        <a:xfrm>
          <a:off x="799043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Post-Fusion Processing</a:t>
          </a:r>
        </a:p>
      </dsp:txBody>
      <dsp:txXfrm>
        <a:off x="8489759" y="445067"/>
        <a:ext cx="1497967" cy="9986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5C76-5C27-4B9F-9BD7-C8EED1809860}">
      <dsp:nvSpPr>
        <dsp:cNvPr id="0" name=""/>
        <dsp:cNvSpPr/>
      </dsp:nvSpPr>
      <dsp:spPr>
        <a:xfrm>
          <a:off x="1280" y="445067"/>
          <a:ext cx="2496611" cy="998644"/>
        </a:xfrm>
        <a:prstGeom prst="homePlat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Definitions</a:t>
          </a:r>
        </a:p>
      </dsp:txBody>
      <dsp:txXfrm>
        <a:off x="1280" y="445067"/>
        <a:ext cx="2246950" cy="998644"/>
      </dsp:txXfrm>
    </dsp:sp>
    <dsp:sp modelId="{43176861-1A30-4BB4-B6B1-04B46B24CBDE}">
      <dsp:nvSpPr>
        <dsp:cNvPr id="0" name=""/>
        <dsp:cNvSpPr/>
      </dsp:nvSpPr>
      <dsp:spPr>
        <a:xfrm>
          <a:off x="1998569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Transformations</a:t>
          </a:r>
        </a:p>
      </dsp:txBody>
      <dsp:txXfrm>
        <a:off x="2497891" y="445067"/>
        <a:ext cx="1497967" cy="998644"/>
      </dsp:txXfrm>
    </dsp:sp>
    <dsp:sp modelId="{080F08FF-9046-41AD-9BD9-C2A5B1374738}">
      <dsp:nvSpPr>
        <dsp:cNvPr id="0" name=""/>
        <dsp:cNvSpPr/>
      </dsp:nvSpPr>
      <dsp:spPr>
        <a:xfrm>
          <a:off x="3995858" y="445067"/>
          <a:ext cx="2496611" cy="9986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Pre-Fusion Processing</a:t>
          </a:r>
          <a:endParaRPr lang="en-US" sz="1500" kern="1200" dirty="0"/>
        </a:p>
      </dsp:txBody>
      <dsp:txXfrm>
        <a:off x="4495180" y="445067"/>
        <a:ext cx="1497967" cy="998644"/>
      </dsp:txXfrm>
    </dsp:sp>
    <dsp:sp modelId="{BDA6ED8B-A4C7-4D98-BA2E-B909C0506903}">
      <dsp:nvSpPr>
        <dsp:cNvPr id="0" name=""/>
        <dsp:cNvSpPr/>
      </dsp:nvSpPr>
      <dsp:spPr>
        <a:xfrm>
          <a:off x="599314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Fusion</a:t>
          </a:r>
        </a:p>
      </dsp:txBody>
      <dsp:txXfrm>
        <a:off x="6492469" y="445067"/>
        <a:ext cx="1497967" cy="998644"/>
      </dsp:txXfrm>
    </dsp:sp>
    <dsp:sp modelId="{2EFDE106-F0E9-477B-AADC-70C2ADABDE45}">
      <dsp:nvSpPr>
        <dsp:cNvPr id="0" name=""/>
        <dsp:cNvSpPr/>
      </dsp:nvSpPr>
      <dsp:spPr>
        <a:xfrm>
          <a:off x="799043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Post-Fusion Processing</a:t>
          </a:r>
        </a:p>
      </dsp:txBody>
      <dsp:txXfrm>
        <a:off x="8489759" y="445067"/>
        <a:ext cx="1497967" cy="9986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5C76-5C27-4B9F-9BD7-C8EED1809860}">
      <dsp:nvSpPr>
        <dsp:cNvPr id="0" name=""/>
        <dsp:cNvSpPr/>
      </dsp:nvSpPr>
      <dsp:spPr>
        <a:xfrm>
          <a:off x="1280" y="445067"/>
          <a:ext cx="2496611" cy="998644"/>
        </a:xfrm>
        <a:prstGeom prst="homePlat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Definitions</a:t>
          </a:r>
        </a:p>
      </dsp:txBody>
      <dsp:txXfrm>
        <a:off x="1280" y="445067"/>
        <a:ext cx="2246950" cy="998644"/>
      </dsp:txXfrm>
    </dsp:sp>
    <dsp:sp modelId="{43176861-1A30-4BB4-B6B1-04B46B24CBDE}">
      <dsp:nvSpPr>
        <dsp:cNvPr id="0" name=""/>
        <dsp:cNvSpPr/>
      </dsp:nvSpPr>
      <dsp:spPr>
        <a:xfrm>
          <a:off x="1998569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Transformations</a:t>
          </a:r>
          <a:endParaRPr lang="en-US" sz="1500" kern="1200" dirty="0"/>
        </a:p>
      </dsp:txBody>
      <dsp:txXfrm>
        <a:off x="2497891" y="445067"/>
        <a:ext cx="1497967" cy="998644"/>
      </dsp:txXfrm>
    </dsp:sp>
    <dsp:sp modelId="{080F08FF-9046-41AD-9BD9-C2A5B1374738}">
      <dsp:nvSpPr>
        <dsp:cNvPr id="0" name=""/>
        <dsp:cNvSpPr/>
      </dsp:nvSpPr>
      <dsp:spPr>
        <a:xfrm>
          <a:off x="3995858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Pre-Fusion Processing</a:t>
          </a:r>
          <a:endParaRPr lang="en-US" sz="1500" kern="1200" dirty="0"/>
        </a:p>
      </dsp:txBody>
      <dsp:txXfrm>
        <a:off x="4495180" y="445067"/>
        <a:ext cx="1497967" cy="998644"/>
      </dsp:txXfrm>
    </dsp:sp>
    <dsp:sp modelId="{BDA6ED8B-A4C7-4D98-BA2E-B909C0506903}">
      <dsp:nvSpPr>
        <dsp:cNvPr id="0" name=""/>
        <dsp:cNvSpPr/>
      </dsp:nvSpPr>
      <dsp:spPr>
        <a:xfrm>
          <a:off x="5993147" y="445067"/>
          <a:ext cx="2496611" cy="9986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Fusion</a:t>
          </a:r>
          <a:endParaRPr lang="en-US" sz="1500" kern="1200" dirty="0"/>
        </a:p>
      </dsp:txBody>
      <dsp:txXfrm>
        <a:off x="6492469" y="445067"/>
        <a:ext cx="1497967" cy="998644"/>
      </dsp:txXfrm>
    </dsp:sp>
    <dsp:sp modelId="{2EFDE106-F0E9-477B-AADC-70C2ADABDE45}">
      <dsp:nvSpPr>
        <dsp:cNvPr id="0" name=""/>
        <dsp:cNvSpPr/>
      </dsp:nvSpPr>
      <dsp:spPr>
        <a:xfrm>
          <a:off x="799043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Post-Fusion Processing</a:t>
          </a:r>
        </a:p>
      </dsp:txBody>
      <dsp:txXfrm>
        <a:off x="8489759" y="445067"/>
        <a:ext cx="1497967" cy="9986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175C76-5C27-4B9F-9BD7-C8EED1809860}">
      <dsp:nvSpPr>
        <dsp:cNvPr id="0" name=""/>
        <dsp:cNvSpPr/>
      </dsp:nvSpPr>
      <dsp:spPr>
        <a:xfrm>
          <a:off x="1280" y="445067"/>
          <a:ext cx="2496611" cy="998644"/>
        </a:xfrm>
        <a:prstGeom prst="homePlat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Definitions</a:t>
          </a:r>
        </a:p>
      </dsp:txBody>
      <dsp:txXfrm>
        <a:off x="1280" y="445067"/>
        <a:ext cx="2246950" cy="998644"/>
      </dsp:txXfrm>
    </dsp:sp>
    <dsp:sp modelId="{43176861-1A30-4BB4-B6B1-04B46B24CBDE}">
      <dsp:nvSpPr>
        <dsp:cNvPr id="0" name=""/>
        <dsp:cNvSpPr/>
      </dsp:nvSpPr>
      <dsp:spPr>
        <a:xfrm>
          <a:off x="1998569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Transformations</a:t>
          </a:r>
        </a:p>
      </dsp:txBody>
      <dsp:txXfrm>
        <a:off x="2497891" y="445067"/>
        <a:ext cx="1497967" cy="998644"/>
      </dsp:txXfrm>
    </dsp:sp>
    <dsp:sp modelId="{080F08FF-9046-41AD-9BD9-C2A5B1374738}">
      <dsp:nvSpPr>
        <dsp:cNvPr id="0" name=""/>
        <dsp:cNvSpPr/>
      </dsp:nvSpPr>
      <dsp:spPr>
        <a:xfrm>
          <a:off x="3995858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Pre-Fusion Processing</a:t>
          </a:r>
        </a:p>
      </dsp:txBody>
      <dsp:txXfrm>
        <a:off x="4495180" y="445067"/>
        <a:ext cx="1497967" cy="998644"/>
      </dsp:txXfrm>
    </dsp:sp>
    <dsp:sp modelId="{BDA6ED8B-A4C7-4D98-BA2E-B909C0506903}">
      <dsp:nvSpPr>
        <dsp:cNvPr id="0" name=""/>
        <dsp:cNvSpPr/>
      </dsp:nvSpPr>
      <dsp:spPr>
        <a:xfrm>
          <a:off x="5993147" y="445067"/>
          <a:ext cx="2496611" cy="998644"/>
        </a:xfrm>
        <a:prstGeom prst="chevron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Fusion</a:t>
          </a:r>
        </a:p>
      </dsp:txBody>
      <dsp:txXfrm>
        <a:off x="6492469" y="445067"/>
        <a:ext cx="1497967" cy="998644"/>
      </dsp:txXfrm>
    </dsp:sp>
    <dsp:sp modelId="{2EFDE106-F0E9-477B-AADC-70C2ADABDE45}">
      <dsp:nvSpPr>
        <dsp:cNvPr id="0" name=""/>
        <dsp:cNvSpPr/>
      </dsp:nvSpPr>
      <dsp:spPr>
        <a:xfrm>
          <a:off x="7990437" y="445067"/>
          <a:ext cx="2496611" cy="99864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40005" rIns="20003" bIns="4000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Post-Fusion Processing</a:t>
          </a:r>
        </a:p>
      </dsp:txBody>
      <dsp:txXfrm>
        <a:off x="8489759" y="445067"/>
        <a:ext cx="1497967" cy="9986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CBFA81-BD9D-45EA-80F5-21BE42DF2B05}" type="datetimeFigureOut">
              <a:rPr lang="en-US" smtClean="0"/>
              <a:t>6/7/23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14A3E-AFDB-4FB7-9136-450A8C0E1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4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50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medical example earlier, someone give me an example of an open world set of non-mutually exclusive diseases that might explain some notional symptoms.</a:t>
            </a:r>
          </a:p>
          <a:p>
            <a:endParaRPr lang="en-US" dirty="0"/>
          </a:p>
          <a:p>
            <a:r>
              <a:rPr lang="en-US" dirty="0"/>
              <a:t>From the missile defense example, someone give me a set of target classifications that is closed world and mutually exclusive.  Who’s our friend in deriving such sets… law of excluded middle.  A or non-A; or if more options, A, B, or 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28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45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 = [0.0302 0.4683 0.4401 0.0614];</a:t>
            </a:r>
          </a:p>
          <a:p>
            <a:r>
              <a:rPr lang="en-US" sz="1800" b="0" i="0" dirty="0">
                <a:effectLst/>
                <a:latin typeface="Menlo"/>
              </a:rPr>
              <a:t>Prior = [0.0498 0.6375 0.2211 0.0916];</a:t>
            </a:r>
          </a:p>
          <a:p>
            <a:r>
              <a:rPr lang="en-US" sz="1800" b="0" i="0" dirty="0">
                <a:effectLst/>
                <a:latin typeface="Menlo"/>
              </a:rPr>
              <a:t>L       = [0.1516 0.1835 0.4975 0.1675];</a:t>
            </a:r>
          </a:p>
          <a:p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MATLAB:</a:t>
            </a:r>
          </a:p>
          <a:p>
            <a:r>
              <a:rPr lang="en-US" sz="1800" b="0" i="0" dirty="0">
                <a:effectLst/>
                <a:latin typeface="Menlo"/>
              </a:rPr>
              <a:t> % Set up problem</a:t>
            </a:r>
          </a:p>
          <a:p>
            <a:r>
              <a:rPr lang="en-US" sz="1800" b="0" i="0" dirty="0" err="1">
                <a:effectLst/>
                <a:latin typeface="Menlo"/>
              </a:rPr>
              <a:t>iseed</a:t>
            </a:r>
            <a:r>
              <a:rPr lang="en-US" sz="1800" b="0" i="0" dirty="0">
                <a:effectLst/>
                <a:latin typeface="Menlo"/>
              </a:rPr>
              <a:t> = 256;</a:t>
            </a:r>
          </a:p>
          <a:p>
            <a:r>
              <a:rPr lang="en-US" sz="1800" b="0" i="0" dirty="0" err="1">
                <a:effectLst/>
                <a:latin typeface="Menlo"/>
              </a:rPr>
              <a:t>rng</a:t>
            </a:r>
            <a:r>
              <a:rPr lang="en-US" sz="1800" b="0" i="0" dirty="0">
                <a:effectLst/>
                <a:latin typeface="Menlo"/>
              </a:rPr>
              <a:t>(</a:t>
            </a:r>
            <a:r>
              <a:rPr lang="en-US" sz="1800" b="0" i="0" dirty="0" err="1">
                <a:effectLst/>
                <a:latin typeface="Menlo"/>
              </a:rPr>
              <a:t>iseed</a:t>
            </a:r>
            <a:r>
              <a:rPr lang="en-US" sz="1800" b="0" i="0" dirty="0">
                <a:effectLst/>
                <a:latin typeface="Menlo"/>
              </a:rPr>
              <a:t>);</a:t>
            </a:r>
          </a:p>
          <a:p>
            <a:r>
              <a:rPr lang="en-US" sz="1800" b="0" i="0" dirty="0">
                <a:effectLst/>
                <a:latin typeface="Menlo"/>
              </a:rPr>
              <a:t>prior = rand(4,1);</a:t>
            </a:r>
          </a:p>
          <a:p>
            <a:r>
              <a:rPr lang="en-US" sz="1800" b="0" i="0" dirty="0">
                <a:effectLst/>
                <a:latin typeface="Menlo"/>
              </a:rPr>
              <a:t>prior = prior/sum(prior);</a:t>
            </a:r>
          </a:p>
          <a:p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 = rand(4,1);</a:t>
            </a:r>
          </a:p>
          <a:p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 = </a:t>
            </a:r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/sum(</a:t>
            </a:r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);</a:t>
            </a:r>
          </a:p>
          <a:p>
            <a:r>
              <a:rPr lang="en-US" sz="1800" b="0" i="0" dirty="0">
                <a:effectLst/>
                <a:latin typeface="Menlo"/>
              </a:rPr>
              <a:t>M = zeros(4,4);</a:t>
            </a:r>
          </a:p>
          <a:p>
            <a:r>
              <a:rPr lang="en-US" sz="1800" b="0" i="0" dirty="0">
                <a:effectLst/>
                <a:latin typeface="Menlo"/>
              </a:rPr>
              <a:t>for i = 1 : 4</a:t>
            </a:r>
          </a:p>
          <a:p>
            <a:r>
              <a:rPr lang="en-US" sz="1800" b="0" i="0" dirty="0">
                <a:effectLst/>
                <a:latin typeface="Menlo"/>
              </a:rPr>
              <a:t>for j = 1 : 4</a:t>
            </a:r>
          </a:p>
          <a:p>
            <a:r>
              <a:rPr lang="en-US" sz="1800" b="0" i="0" dirty="0">
                <a:effectLst/>
                <a:latin typeface="Menlo"/>
              </a:rPr>
              <a:t>if i == j</a:t>
            </a:r>
          </a:p>
          <a:p>
            <a:r>
              <a:rPr lang="en-US" sz="1800" b="0" i="0" dirty="0">
                <a:effectLst/>
                <a:latin typeface="Menlo"/>
              </a:rPr>
              <a:t>M(</a:t>
            </a:r>
            <a:r>
              <a:rPr lang="en-US" sz="1800" b="0" i="0" dirty="0" err="1">
                <a:effectLst/>
                <a:latin typeface="Menlo"/>
              </a:rPr>
              <a:t>i,i</a:t>
            </a:r>
            <a:r>
              <a:rPr lang="en-US" sz="1800" b="0" i="0" dirty="0">
                <a:effectLst/>
                <a:latin typeface="Menlo"/>
              </a:rPr>
              <a:t>) = (</a:t>
            </a:r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(i)-1)*prior(i);</a:t>
            </a:r>
          </a:p>
          <a:p>
            <a:r>
              <a:rPr lang="en-US" sz="1800" b="0" i="0" dirty="0">
                <a:effectLst/>
                <a:latin typeface="Menlo"/>
              </a:rPr>
              <a:t>else</a:t>
            </a:r>
          </a:p>
          <a:p>
            <a:r>
              <a:rPr lang="en-US" sz="1800" b="0" i="0" dirty="0">
                <a:effectLst/>
                <a:latin typeface="Menlo"/>
              </a:rPr>
              <a:t>M(</a:t>
            </a:r>
            <a:r>
              <a:rPr lang="en-US" sz="1800" b="0" i="0" dirty="0" err="1">
                <a:effectLst/>
                <a:latin typeface="Menlo"/>
              </a:rPr>
              <a:t>i,j</a:t>
            </a:r>
            <a:r>
              <a:rPr lang="en-US" sz="1800" b="0" i="0" dirty="0">
                <a:effectLst/>
                <a:latin typeface="Menlo"/>
              </a:rPr>
              <a:t>) = </a:t>
            </a:r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(i)*prior(j);</a:t>
            </a:r>
          </a:p>
          <a:p>
            <a:r>
              <a:rPr lang="en-US" sz="1800" b="0" i="0" dirty="0">
                <a:effectLst/>
                <a:latin typeface="Menlo"/>
              </a:rPr>
              <a:t>end</a:t>
            </a:r>
          </a:p>
          <a:p>
            <a:r>
              <a:rPr lang="en-US" sz="1800" b="0" i="0" dirty="0">
                <a:effectLst/>
                <a:latin typeface="Menlo"/>
              </a:rPr>
              <a:t>end</a:t>
            </a:r>
          </a:p>
          <a:p>
            <a:r>
              <a:rPr lang="en-US" sz="1800" b="0" i="0" dirty="0">
                <a:effectLst/>
                <a:latin typeface="Menlo"/>
              </a:rPr>
              <a:t>end</a:t>
            </a:r>
          </a:p>
          <a:p>
            <a:r>
              <a:rPr lang="en-US" sz="1800" b="0" i="0" dirty="0">
                <a:effectLst/>
                <a:latin typeface="Menlo"/>
              </a:rPr>
              <a:t>% Solve system of equations M*L=A such that sum(L) = 1 and i \in L &gt;0 &amp; &lt; 1</a:t>
            </a:r>
          </a:p>
          <a:p>
            <a:r>
              <a:rPr lang="en-US" sz="1800" b="0" i="0" dirty="0">
                <a:effectLst/>
                <a:latin typeface="Menlo"/>
              </a:rPr>
              <a:t>C = [</a:t>
            </a:r>
            <a:r>
              <a:rPr lang="en-US" sz="1800" b="0" i="0" dirty="0" err="1">
                <a:effectLst/>
                <a:latin typeface="Menlo"/>
              </a:rPr>
              <a:t>M;ones</a:t>
            </a:r>
            <a:r>
              <a:rPr lang="en-US" sz="1800" b="0" i="0" dirty="0">
                <a:effectLst/>
                <a:latin typeface="Menlo"/>
              </a:rPr>
              <a:t>(1,4)];</a:t>
            </a:r>
          </a:p>
          <a:p>
            <a:r>
              <a:rPr lang="en-US" sz="1800" b="0" i="0" dirty="0">
                <a:effectLst/>
                <a:latin typeface="Menlo"/>
              </a:rPr>
              <a:t>A = zeros(4,1);</a:t>
            </a:r>
          </a:p>
          <a:p>
            <a:r>
              <a:rPr lang="en-US" sz="1800" b="0" i="0" dirty="0">
                <a:effectLst/>
                <a:latin typeface="Menlo"/>
              </a:rPr>
              <a:t>L = inv(C'*C)*C'*[A;1];%test results</a:t>
            </a:r>
          </a:p>
          <a:p>
            <a:r>
              <a:rPr lang="en-US" sz="1800" b="0" i="0" dirty="0">
                <a:effectLst/>
                <a:latin typeface="Menlo"/>
              </a:rPr>
              <a:t>[</a:t>
            </a:r>
            <a:r>
              <a:rPr lang="en-US" sz="1800" b="0" i="0" dirty="0" err="1">
                <a:effectLst/>
                <a:latin typeface="Menlo"/>
              </a:rPr>
              <a:t>BetP,prior</a:t>
            </a:r>
            <a:r>
              <a:rPr lang="en-US" sz="1800" b="0" i="0" dirty="0">
                <a:effectLst/>
                <a:latin typeface="Menlo"/>
              </a:rPr>
              <a:t>,(L.*prior)/sum(L.*prior),L,(L.*prior)/sum(L.*prior)-</a:t>
            </a:r>
            <a:r>
              <a:rPr lang="en-US" sz="1800" b="0" i="0" dirty="0" err="1">
                <a:effectLst/>
                <a:latin typeface="Menlo"/>
              </a:rPr>
              <a:t>BetP</a:t>
            </a:r>
            <a:r>
              <a:rPr lang="en-US" sz="1800" b="0" i="0" dirty="0">
                <a:effectLst/>
                <a:latin typeface="Menlo"/>
              </a:rP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10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0.50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1−1.0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1−0.75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1−0.75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1.0,0.75,0.75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1−1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1−0.5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0.0,1.0,0.5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1−1.0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1−0.0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1−1.0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1.0,0.0,1.0</m:t>
                          </m:r>
                        </m:e>
                      </m:d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b="0" i="0">
                    <a:latin typeface="Cambria Math" panose="02040503050406030204" pitchFamily="18" charset="0"/>
                  </a:rPr>
                  <a:t>𝑃𝑀=𝐶𝑀=[■8(0.50&amp;0.00&amp;0.50@0.25&amp;0.75&amp;0.00@0.25&amp;0.25&amp;0.50)]</a:t>
                </a:r>
                <a:br>
                  <a:rPr lang="en-US" b="0" dirty="0"/>
                </a:br>
                <a:r>
                  <a:rPr lang="en-US" b="0" i="0">
                    <a:latin typeface="Cambria Math" panose="02040503050406030204" pitchFamily="18" charset="0"/>
                  </a:rPr>
                  <a:t>𝑃𝑀^𝜋=[■8(1.0&amp;0.00&amp;1.0@0.5&amp;1.00&amp;0.0@0.5&amp;0.75&amp;1.0)]</a:t>
                </a:r>
                <a:br>
                  <a:rPr lang="en-US" b="0" dirty="0"/>
                </a:br>
                <a:r>
                  <a:rPr lang="en-US" b="0" i="0">
                    <a:latin typeface="Cambria Math" panose="02040503050406030204" pitchFamily="18" charset="0"/>
                  </a:rPr>
                  <a:t>𝑚_1 (𝜃_1 )=1⇒𝜋_𝐶𝐴𝐿=[1(1−(1−1.0)),1(1−(1−0.5)),1(1−(1−0.5))]=[1.0,0.5,0.5]</a:t>
                </a:r>
                <a:br>
                  <a:rPr lang="en-US" b="0" dirty="0"/>
                </a:br>
                <a:r>
                  <a:rPr lang="en-US" b="0" i="0">
                    <a:latin typeface="Cambria Math" panose="02040503050406030204" pitchFamily="18" charset="0"/>
                  </a:rPr>
                  <a:t>𝑚_2 (𝜃_2 )=1⇒𝜋_𝐶𝐴𝐿=[1(1−(1−0.0)),1(1−(1−1)),1(1−(1−0.75))]=[0.0,1.0,0.75]</a:t>
                </a:r>
                <a:br>
                  <a:rPr lang="en-US" b="0" dirty="0"/>
                </a:br>
                <a:r>
                  <a:rPr lang="en-US" b="0" i="0">
                    <a:latin typeface="Cambria Math" panose="02040503050406030204" pitchFamily="18" charset="0"/>
                  </a:rPr>
                  <a:t>𝑚_3 (𝜃_3 )=1⇒𝜋_𝐶𝐴𝐿=[1(1−(1−1.0)),1(1−(1−0.0)),1(1−(1−1.0))]=[1.0,0.0,1.0]</a:t>
                </a:r>
                <a:br>
                  <a:rPr lang="en-US" b="0" dirty="0"/>
                </a:br>
                <a:endParaRPr lang="en-US" b="0" dirty="0"/>
              </a:p>
              <a:p>
                <a:pPr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536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62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br>
                  <a:rPr lang="en-US" b="0" dirty="0"/>
                </a:br>
                <a:endParaRPr lang="en-US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0.5 0.25 0.25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0.5 0.0 0.5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0.2500    0.1250    0.1250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0.25    0. 0    0.25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0.5000    0.1250    0.3750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0.5 0.25 0.25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0.0 0.75 0.25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0.75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0.1250    0.0625    0.0625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0    0.5625    0.1875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0.1250    0.6250    0.2500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0.5 0.25 0.25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0.0 0.75 0.25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0.5 0.0 0.5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0.1250    0.0625    0.0625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0    0.1875    0.0625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0.25    0. 0    0.25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0.3750    0.2500    0.3750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>
                    <a:latin typeface="Cambria Math" panose="02040503050406030204" pitchFamily="18" charset="0"/>
                  </a:rPr>
                  <a:t>𝑚_1 (𝜃_1 )=0.5</a:t>
                </a:r>
                <a:r>
                  <a:rPr lang="en-US" dirty="0"/>
                  <a:t>, </a:t>
                </a:r>
                <a:r>
                  <a:rPr lang="en-US" i="0">
                    <a:latin typeface="Cambria Math" panose="02040503050406030204" pitchFamily="18" charset="0"/>
                  </a:rPr>
                  <a:t>𝑚</a:t>
                </a:r>
                <a:r>
                  <a:rPr lang="en-US" b="0" i="0">
                    <a:latin typeface="Cambria Math" panose="02040503050406030204" pitchFamily="18" charset="0"/>
                  </a:rPr>
                  <a:t>_1 (𝜃_1∪𝜃_2 )=0.5</a:t>
                </a:r>
                <a:endParaRPr lang="en-US" dirty="0"/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𝑚_2 (𝜃_2 )=0.25</a:t>
                </a:r>
                <a:r>
                  <a:rPr lang="en-US" dirty="0"/>
                  <a:t>, </a:t>
                </a:r>
                <a:r>
                  <a:rPr lang="en-US" i="0">
                    <a:latin typeface="Cambria Math" panose="02040503050406030204" pitchFamily="18" charset="0"/>
                  </a:rPr>
                  <a:t>𝑚</a:t>
                </a:r>
                <a:r>
                  <a:rPr lang="en-US" b="0" i="0">
                    <a:latin typeface="Cambria Math" panose="02040503050406030204" pitchFamily="18" charset="0"/>
                  </a:rPr>
                  <a:t>_2 (𝜃_2∪𝜃_3 )=0.75</a:t>
                </a:r>
                <a:endParaRPr lang="en-US" dirty="0"/>
              </a:p>
              <a:p>
                <a:pPr/>
                <a:r>
                  <a:rPr lang="en-US" b="0" i="0">
                    <a:latin typeface="Cambria Math" panose="02040503050406030204" pitchFamily="18" charset="0"/>
                  </a:rPr>
                  <a:t>𝑚_3 (𝜃_1∪𝜃_3 )=1.0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𝐴𝑀^𝑚=𝐴𝑀=[■8(0.50&amp;0.00&amp;0.5@0.25&amp;0.75&amp;0.0@0.25&amp;0.25&amp;0.5)]</a:t>
                </a:r>
                <a:br>
                  <a:rPr lang="en-US" b="0" dirty="0"/>
                </a:br>
                <a:endParaRPr lang="en-US" b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𝑚_(𝐶𝐴𝐿,1) (𝜃_1 )=𝑚_1 (𝜃_1 )𝐴𝑀_1,1=0.5(0.5)=0.25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𝑚_(𝐶𝐴𝐿,1) (𝜃_1∪𝜃_2 )=𝑚_1 (𝜃_1∪𝜃_2 )𝐴𝑀_1,1=0.5(0.5)=0.25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𝑚_(𝐶𝐴𝐿,1) (𝜃_1∪𝜃_3 )=𝑚_3 (𝜃_1∪𝜃_3 )𝐴𝑀_1,3=1.0(0.5)=0.5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𝑚_(𝐶𝐴𝐿,2) (𝜃_1 )=𝑚_1 (𝜃_1 )𝐴𝑀_2,1=0.5(0.25)=0.125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𝑚_(𝐶𝐴𝐿,2) (𝜃_2 )=𝑚_2 (𝜃_2 )𝐴𝑀_2,2=0.25(0.75)=0.1875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𝑚_(𝐶𝐴𝐿,2) (𝜃_1∪𝜃_2 )=𝑚_1 (𝜃_1∪𝜃_2 )𝐴𝑀_2,1=0.5(0.25)=0.125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𝑚_(𝐶𝐴𝐿,2) (𝜃_2∪𝜃_3 )=𝑚_2 (𝜃_2∪𝜃_3 )𝐴𝑀_2,2=0.75(0.75)=0.5625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𝑚_(𝐶𝐴𝐿,3) (𝜃_1 )=𝑚_1 (𝜃_1 )𝐴𝑀_3,1=0.5(0.25)=0.125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𝑚_(𝐶𝐴𝐿,3) (𝜃_2 )=𝑚_2 (𝜃_2 )𝐴𝑀_3,2=0.25(0.25)=0.0625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𝑚_(𝐶𝐴𝐿,3) (𝜃_1∪𝜃_2 )=𝑚_1 (𝜃_1∪𝜃_2 )𝐴𝑀_3,1=0.5(0.25)=0.125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𝑚_(𝐶𝐴𝐿,3) (𝜃_2∪𝜃_3 )=𝑚_2 (𝜃_2∪𝜃_3 )𝐴𝑀_3,2=0.75(0.25)=0.1875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>
                    <a:latin typeface="Cambria Math" panose="02040503050406030204" pitchFamily="18" charset="0"/>
                  </a:rPr>
                  <a:t>𝑚_(𝐶𝐴𝐿,3) (𝜃_1∪𝜃_3 )=𝑚_3 (𝜃_1∪𝜃_3 )𝐴𝑀_3,3=1.0(0.5)=0.5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/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57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1−0.25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l"/>
                <a:r>
                  <a:rPr lang="en-US" b="0" i="0" dirty="0">
                    <a:latin typeface="Cambria Math" panose="02040503050406030204" pitchFamily="18" charset="0"/>
                  </a:rPr>
                  <a:t>𝐾_12=1/(1−0.25)=1 1/3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0">
                    <a:latin typeface="Cambria Math" panose="02040503050406030204" pitchFamily="18" charset="0"/>
                  </a:rPr>
                  <a:t>𝑚_12 (𝜃_1 )=</a:t>
                </a:r>
                <a:r>
                  <a:rPr lang="en-US" i="0" dirty="0">
                    <a:latin typeface="Cambria Math" panose="02040503050406030204" pitchFamily="18" charset="0"/>
                  </a:rPr>
                  <a:t>𝐾_12 𝑚_1 (𝜃_1 ) 𝑚_</a:t>
                </a:r>
                <a:r>
                  <a:rPr lang="en-US" b="0" i="0" dirty="0">
                    <a:latin typeface="Cambria Math" panose="02040503050406030204" pitchFamily="18" charset="0"/>
                  </a:rPr>
                  <a:t>2 </a:t>
                </a:r>
                <a:r>
                  <a:rPr lang="en-US" i="0" dirty="0">
                    <a:latin typeface="Cambria Math" panose="02040503050406030204" pitchFamily="18" charset="0"/>
                  </a:rPr>
                  <a:t>(𝜃_1∪𝜃_2 )</a:t>
                </a:r>
                <a:r>
                  <a:rPr lang="en-US" b="0" i="0" dirty="0">
                    <a:latin typeface="Cambria Math" panose="02040503050406030204" pitchFamily="18" charset="0"/>
                  </a:rPr>
                  <a:t>=(1 1/3)(0.5)(0.5)=1/3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0">
                    <a:latin typeface="Cambria Math" panose="02040503050406030204" pitchFamily="18" charset="0"/>
                  </a:rPr>
                  <a:t>𝑚_12 (𝜃_2 )=</a:t>
                </a:r>
                <a:r>
                  <a:rPr lang="en-US" i="0" dirty="0">
                    <a:latin typeface="Cambria Math" panose="02040503050406030204" pitchFamily="18" charset="0"/>
                  </a:rPr>
                  <a:t>𝐾_12 𝑚_1 (𝜃_1∪𝜃_2 ) 𝑚_</a:t>
                </a:r>
                <a:r>
                  <a:rPr lang="en-US" b="0" i="0" dirty="0">
                    <a:latin typeface="Cambria Math" panose="02040503050406030204" pitchFamily="18" charset="0"/>
                  </a:rPr>
                  <a:t>2 </a:t>
                </a:r>
                <a:r>
                  <a:rPr lang="en-US" i="0" dirty="0">
                    <a:latin typeface="Cambria Math" panose="02040503050406030204" pitchFamily="18" charset="0"/>
                  </a:rPr>
                  <a:t>(𝜃_2 )</a:t>
                </a:r>
                <a:r>
                  <a:rPr lang="en-US" b="0" i="0" dirty="0">
                    <a:latin typeface="Cambria Math" panose="02040503050406030204" pitchFamily="18" charset="0"/>
                  </a:rPr>
                  <a:t>=(1 1/3)(0.5)(0.5)=1/3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0">
                    <a:latin typeface="Cambria Math" panose="02040503050406030204" pitchFamily="18" charset="0"/>
                  </a:rPr>
                  <a:t>𝑚_12 (</a:t>
                </a:r>
                <a:r>
                  <a:rPr lang="en-US" i="0" dirty="0">
                    <a:latin typeface="Cambria Math" panose="02040503050406030204" pitchFamily="18" charset="0"/>
                  </a:rPr>
                  <a:t>𝜃_1∪𝜃_2</a:t>
                </a:r>
                <a:r>
                  <a:rPr lang="en-US" b="0" i="0">
                    <a:latin typeface="Cambria Math" panose="02040503050406030204" pitchFamily="18" charset="0"/>
                  </a:rPr>
                  <a:t> )=</a:t>
                </a:r>
                <a:r>
                  <a:rPr lang="en-US" i="0" dirty="0">
                    <a:latin typeface="Cambria Math" panose="02040503050406030204" pitchFamily="18" charset="0"/>
                  </a:rPr>
                  <a:t>𝐾_12 𝑚_1 (𝜃_1∪𝜃_2 ) 𝑚_</a:t>
                </a:r>
                <a:r>
                  <a:rPr lang="en-US" b="0" i="0" dirty="0">
                    <a:latin typeface="Cambria Math" panose="02040503050406030204" pitchFamily="18" charset="0"/>
                  </a:rPr>
                  <a:t>2 </a:t>
                </a:r>
                <a:r>
                  <a:rPr lang="en-US" i="0" dirty="0">
                    <a:latin typeface="Cambria Math" panose="02040503050406030204" pitchFamily="18" charset="0"/>
                  </a:rPr>
                  <a:t>(𝜃_1∪𝜃_2 )</a:t>
                </a:r>
                <a:r>
                  <a:rPr lang="en-US" b="0" i="0" dirty="0">
                    <a:latin typeface="Cambria Math" panose="02040503050406030204" pitchFamily="18" charset="0"/>
                  </a:rPr>
                  <a:t>=(1 1/3)(0.5)(0.5)=1/3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14A3E-AFDB-4FB7-9136-450A8C0E1E5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50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: Global Haw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407" y="203920"/>
            <a:ext cx="7941364" cy="6517579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205409" y="203922"/>
            <a:ext cx="7941363" cy="6505996"/>
          </a:xfrm>
          <a:prstGeom prst="rect">
            <a:avLst/>
          </a:prstGeom>
          <a:gradFill flip="none" rotWithShape="1">
            <a:gsLst>
              <a:gs pos="40000">
                <a:schemeClr val="tx2">
                  <a:alpha val="0"/>
                </a:schemeClr>
              </a:gs>
              <a:gs pos="100000">
                <a:schemeClr val="tx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44"/>
          </a:p>
        </p:txBody>
      </p:sp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DF39024A-1102-5F48-9249-E729007ED8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1522" y="5947873"/>
            <a:ext cx="3385401" cy="280531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Date, Arial 12pt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6C1487F2-D3D6-5D4B-B992-CFE61145C7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51520" y="5515628"/>
            <a:ext cx="3385405" cy="378725"/>
          </a:xfrm>
        </p:spPr>
        <p:txBody>
          <a:bodyPr anchor="t" anchorCtr="0">
            <a:noAutofit/>
          </a:bodyPr>
          <a:lstStyle>
            <a:lvl1pPr marL="0" indent="0" algn="r">
              <a:buNone/>
              <a:defRPr lang="en-US" sz="1867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 dirty="0"/>
              <a:t>Speaker’s Title, Arial 14pt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923C8992-C80B-1D48-83D3-2F4448BDCE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45106" y="5123348"/>
            <a:ext cx="3391812" cy="493003"/>
          </a:xfrm>
        </p:spPr>
        <p:txBody>
          <a:bodyPr anchor="b" anchorCtr="0">
            <a:no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11432" indent="0" algn="r">
              <a:lnSpc>
                <a:spcPct val="100000"/>
              </a:lnSpc>
              <a:buFontTx/>
              <a:buNone/>
              <a:defRPr sz="1680">
                <a:solidFill>
                  <a:schemeClr val="tx1"/>
                </a:solidFill>
              </a:defRPr>
            </a:lvl2pPr>
            <a:lvl3pPr marL="822862" indent="0" algn="r">
              <a:lnSpc>
                <a:spcPct val="100000"/>
              </a:lnSpc>
              <a:buFontTx/>
              <a:buNone/>
              <a:defRPr sz="1440">
                <a:solidFill>
                  <a:schemeClr val="tx1"/>
                </a:solidFill>
              </a:defRPr>
            </a:lvl3pPr>
            <a:lvl4pPr marL="1234292" indent="0" algn="r">
              <a:buFontTx/>
              <a:buNone/>
              <a:defRPr/>
            </a:lvl4pPr>
            <a:lvl5pPr marL="1645726" indent="0" algn="r">
              <a:buFontTx/>
              <a:buNone/>
              <a:defRPr/>
            </a:lvl5pPr>
          </a:lstStyle>
          <a:p>
            <a:pPr algn="r"/>
            <a:r>
              <a:rPr lang="en-US" b="1" dirty="0">
                <a:ea typeface="Futura Maxi Book" charset="0"/>
              </a:rPr>
              <a:t>Speaker’s name, 18pt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58CA7BA5-8BC9-5B4E-8F64-660200E4A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46FB4-077F-4148-AA2A-988B14B14607}"/>
              </a:ext>
            </a:extLst>
          </p:cNvPr>
          <p:cNvSpPr/>
          <p:nvPr userDrawn="1"/>
        </p:nvSpPr>
        <p:spPr>
          <a:xfrm>
            <a:off x="729745" y="4008221"/>
            <a:ext cx="574285" cy="7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>
              <a:solidFill>
                <a:srgbClr val="00269A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1F04526-087E-5143-A664-18DD6669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0731" y="424366"/>
            <a:ext cx="2126708" cy="47183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566163" y="994867"/>
            <a:ext cx="7431751" cy="2744077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Slide: Option B</a:t>
            </a:r>
            <a:br>
              <a:rPr lang="en-US" dirty="0"/>
            </a:br>
            <a:r>
              <a:rPr lang="en-US" dirty="0"/>
              <a:t>Arial Bold 32pt.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565151" y="4376862"/>
            <a:ext cx="7341176" cy="1138767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Subtitle, Arial 18pt. You can place your own image here. (~477x521px image) Scale image to box shown here </a:t>
            </a:r>
          </a:p>
        </p:txBody>
      </p:sp>
    </p:spTree>
    <p:extLst>
      <p:ext uri="{BB962C8B-B14F-4D97-AF65-F5344CB8AC3E}">
        <p14:creationId xmlns:p14="http://schemas.microsoft.com/office/powerpoint/2010/main" val="381048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Rock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205409" y="203922"/>
            <a:ext cx="7941363" cy="6505996"/>
          </a:xfrm>
          <a:prstGeom prst="rect">
            <a:avLst/>
          </a:prstGeom>
          <a:gradFill flip="none" rotWithShape="1">
            <a:gsLst>
              <a:gs pos="61000">
                <a:srgbClr val="000000">
                  <a:alpha val="0"/>
                </a:srgbClr>
              </a:gs>
              <a:gs pos="33000">
                <a:schemeClr val="tx2">
                  <a:alpha val="35000"/>
                </a:schemeClr>
              </a:gs>
              <a:gs pos="100000">
                <a:schemeClr val="tx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44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407" y="194209"/>
            <a:ext cx="7941364" cy="6515707"/>
          </a:xfrm>
          <a:prstGeom prst="rect">
            <a:avLst/>
          </a:prstGeom>
        </p:spPr>
      </p:pic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DF39024A-1102-5F48-9249-E729007ED8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1522" y="5947873"/>
            <a:ext cx="3385401" cy="280531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Date, Arial 12pt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6C1487F2-D3D6-5D4B-B992-CFE61145C7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51520" y="5515628"/>
            <a:ext cx="3385405" cy="378725"/>
          </a:xfrm>
        </p:spPr>
        <p:txBody>
          <a:bodyPr anchor="t" anchorCtr="0">
            <a:noAutofit/>
          </a:bodyPr>
          <a:lstStyle>
            <a:lvl1pPr marL="0" indent="0" algn="r">
              <a:buNone/>
              <a:defRPr lang="en-US" sz="1867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 dirty="0"/>
              <a:t>Speaker’s Title, Arial 14pt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923C8992-C80B-1D48-83D3-2F4448BDCE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45106" y="5123348"/>
            <a:ext cx="3391812" cy="493003"/>
          </a:xfrm>
        </p:spPr>
        <p:txBody>
          <a:bodyPr anchor="b" anchorCtr="0">
            <a:noAutofit/>
          </a:bodyPr>
          <a:lstStyle>
            <a:lvl1pPr marL="0" marR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tx2"/>
                </a:solidFill>
                <a:latin typeface="+mj-lt"/>
              </a:defRPr>
            </a:lvl1pPr>
            <a:lvl2pPr marL="411432" indent="0" algn="r">
              <a:lnSpc>
                <a:spcPct val="100000"/>
              </a:lnSpc>
              <a:buFontTx/>
              <a:buNone/>
              <a:defRPr sz="1680">
                <a:solidFill>
                  <a:schemeClr val="tx1"/>
                </a:solidFill>
              </a:defRPr>
            </a:lvl2pPr>
            <a:lvl3pPr marL="822862" indent="0" algn="r">
              <a:lnSpc>
                <a:spcPct val="100000"/>
              </a:lnSpc>
              <a:buFontTx/>
              <a:buNone/>
              <a:defRPr sz="1440">
                <a:solidFill>
                  <a:schemeClr val="tx1"/>
                </a:solidFill>
              </a:defRPr>
            </a:lvl3pPr>
            <a:lvl4pPr marL="1234292" indent="0" algn="r">
              <a:buFontTx/>
              <a:buNone/>
              <a:defRPr/>
            </a:lvl4pPr>
            <a:lvl5pPr marL="1645726" indent="0" algn="r">
              <a:buFontTx/>
              <a:buNone/>
              <a:defRPr/>
            </a:lvl5pPr>
          </a:lstStyle>
          <a:p>
            <a:pPr marL="0" marR="0" lvl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ea typeface="Futura Maxi Book" charset="0"/>
              </a:rPr>
              <a:t>Speaker’s name, 18pt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58CA7BA5-8BC9-5B4E-8F64-660200E4A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46FB4-077F-4148-AA2A-988B14B14607}"/>
              </a:ext>
            </a:extLst>
          </p:cNvPr>
          <p:cNvSpPr/>
          <p:nvPr userDrawn="1"/>
        </p:nvSpPr>
        <p:spPr>
          <a:xfrm>
            <a:off x="729745" y="4008221"/>
            <a:ext cx="574285" cy="7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>
              <a:solidFill>
                <a:srgbClr val="00269A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1F04526-087E-5143-A664-18DD6669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0731" y="424366"/>
            <a:ext cx="2126708" cy="471831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566163" y="994867"/>
            <a:ext cx="7431751" cy="2744077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Slide: Option B</a:t>
            </a:r>
            <a:br>
              <a:rPr lang="en-US" dirty="0"/>
            </a:br>
            <a:r>
              <a:rPr lang="en-US" dirty="0"/>
              <a:t>Arial Bold 32pt.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65151" y="4434418"/>
            <a:ext cx="7433733" cy="1181933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Subtitle, Arial 18pt. You can place your own image here. (~477x521px image) Scale image to box shown here </a:t>
            </a:r>
          </a:p>
        </p:txBody>
      </p:sp>
    </p:spTree>
    <p:extLst>
      <p:ext uri="{BB962C8B-B14F-4D97-AF65-F5344CB8AC3E}">
        <p14:creationId xmlns:p14="http://schemas.microsoft.com/office/powerpoint/2010/main" val="315387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U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407" y="205938"/>
            <a:ext cx="7941364" cy="6503980"/>
          </a:xfrm>
          <a:prstGeom prst="rect">
            <a:avLst/>
          </a:prstGeom>
        </p:spPr>
      </p:pic>
      <p:sp>
        <p:nvSpPr>
          <p:cNvPr id="24" name="Rectangle 23"/>
          <p:cNvSpPr/>
          <p:nvPr userDrawn="1"/>
        </p:nvSpPr>
        <p:spPr>
          <a:xfrm>
            <a:off x="205409" y="203922"/>
            <a:ext cx="7941363" cy="6505996"/>
          </a:xfrm>
          <a:prstGeom prst="rect">
            <a:avLst/>
          </a:prstGeom>
          <a:gradFill flip="none" rotWithShape="1">
            <a:gsLst>
              <a:gs pos="86000">
                <a:schemeClr val="tx2">
                  <a:alpha val="0"/>
                </a:schemeClr>
              </a:gs>
              <a:gs pos="100000">
                <a:schemeClr val="tx2">
                  <a:alpha val="7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44"/>
          </a:p>
        </p:txBody>
      </p:sp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DF39024A-1102-5F48-9249-E729007ED8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1522" y="5947873"/>
            <a:ext cx="3385401" cy="280531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Date, Arial 12pt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6C1487F2-D3D6-5D4B-B992-CFE61145C7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51520" y="5515628"/>
            <a:ext cx="3385405" cy="378725"/>
          </a:xfrm>
        </p:spPr>
        <p:txBody>
          <a:bodyPr anchor="t" anchorCtr="0">
            <a:noAutofit/>
          </a:bodyPr>
          <a:lstStyle>
            <a:lvl1pPr marL="0" indent="0" algn="r">
              <a:buNone/>
              <a:defRPr lang="en-US" sz="1867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 dirty="0"/>
              <a:t>Speaker’s Title, Arial 14pt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923C8992-C80B-1D48-83D3-2F4448BDCE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45106" y="5123348"/>
            <a:ext cx="3391812" cy="493003"/>
          </a:xfrm>
        </p:spPr>
        <p:txBody>
          <a:bodyPr anchor="b" anchorCtr="0">
            <a:noAutofit/>
          </a:bodyPr>
          <a:lstStyle>
            <a:lvl1pPr marL="0" marR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tx2"/>
                </a:solidFill>
                <a:latin typeface="+mj-lt"/>
              </a:defRPr>
            </a:lvl1pPr>
            <a:lvl2pPr marL="411432" indent="0" algn="r">
              <a:lnSpc>
                <a:spcPct val="100000"/>
              </a:lnSpc>
              <a:buFontTx/>
              <a:buNone/>
              <a:defRPr sz="1680">
                <a:solidFill>
                  <a:schemeClr val="tx1"/>
                </a:solidFill>
              </a:defRPr>
            </a:lvl2pPr>
            <a:lvl3pPr marL="822862" indent="0" algn="r">
              <a:lnSpc>
                <a:spcPct val="100000"/>
              </a:lnSpc>
              <a:buFontTx/>
              <a:buNone/>
              <a:defRPr sz="1440">
                <a:solidFill>
                  <a:schemeClr val="tx1"/>
                </a:solidFill>
              </a:defRPr>
            </a:lvl3pPr>
            <a:lvl4pPr marL="1234292" indent="0" algn="r">
              <a:buFontTx/>
              <a:buNone/>
              <a:defRPr/>
            </a:lvl4pPr>
            <a:lvl5pPr marL="1645726" indent="0" algn="r">
              <a:buFontTx/>
              <a:buNone/>
              <a:defRPr/>
            </a:lvl5pPr>
          </a:lstStyle>
          <a:p>
            <a:pPr marL="0" marR="0" lvl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ea typeface="Futura Maxi Book" charset="0"/>
              </a:rPr>
              <a:t>Speaker’s name, 18pt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58CA7BA5-8BC9-5B4E-8F64-660200E4A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46FB4-077F-4148-AA2A-988B14B14607}"/>
              </a:ext>
            </a:extLst>
          </p:cNvPr>
          <p:cNvSpPr/>
          <p:nvPr userDrawn="1"/>
        </p:nvSpPr>
        <p:spPr>
          <a:xfrm>
            <a:off x="729745" y="4008221"/>
            <a:ext cx="574285" cy="7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>
              <a:solidFill>
                <a:srgbClr val="00269A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1F04526-087E-5143-A664-18DD6669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0731" y="424366"/>
            <a:ext cx="2126708" cy="471831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566163" y="994867"/>
            <a:ext cx="7431751" cy="2744077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Slide: Option B</a:t>
            </a:r>
            <a:br>
              <a:rPr lang="en-US" dirty="0"/>
            </a:br>
            <a:r>
              <a:rPr lang="en-US" dirty="0"/>
              <a:t>Arial Bold 32pt.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65151" y="4434418"/>
            <a:ext cx="7433733" cy="1181933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Subtitle, Arial 18pt. You can place your own image here. (~477x521px image) Scale image to box shown here </a:t>
            </a:r>
          </a:p>
        </p:txBody>
      </p:sp>
    </p:spTree>
    <p:extLst>
      <p:ext uri="{BB962C8B-B14F-4D97-AF65-F5344CB8AC3E}">
        <p14:creationId xmlns:p14="http://schemas.microsoft.com/office/powerpoint/2010/main" val="138779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: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411" y="203920"/>
            <a:ext cx="7941361" cy="6517579"/>
          </a:xfrm>
          <a:prstGeom prst="rect">
            <a:avLst/>
          </a:prstGeom>
        </p:spPr>
      </p:pic>
      <p:sp>
        <p:nvSpPr>
          <p:cNvPr id="21" name="Rectangle 20"/>
          <p:cNvSpPr/>
          <p:nvPr userDrawn="1"/>
        </p:nvSpPr>
        <p:spPr>
          <a:xfrm>
            <a:off x="205409" y="203922"/>
            <a:ext cx="7941363" cy="6505996"/>
          </a:xfrm>
          <a:prstGeom prst="rect">
            <a:avLst/>
          </a:prstGeom>
          <a:gradFill flip="none" rotWithShape="1">
            <a:gsLst>
              <a:gs pos="48000">
                <a:schemeClr val="tx2">
                  <a:alpha val="22000"/>
                </a:schemeClr>
              </a:gs>
              <a:gs pos="100000">
                <a:schemeClr val="tx2"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44"/>
          </a:p>
        </p:txBody>
      </p:sp>
      <p:sp>
        <p:nvSpPr>
          <p:cNvPr id="17" name="Text Placeholder 36">
            <a:extLst>
              <a:ext uri="{FF2B5EF4-FFF2-40B4-BE49-F238E27FC236}">
                <a16:creationId xmlns:a16="http://schemas.microsoft.com/office/drawing/2014/main" id="{DF39024A-1102-5F48-9249-E729007ED8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51522" y="5947873"/>
            <a:ext cx="3385401" cy="280531"/>
          </a:xfrm>
        </p:spPr>
        <p:txBody>
          <a:bodyPr anchor="ctr">
            <a:no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Date, Arial 12pt</a:t>
            </a:r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6C1487F2-D3D6-5D4B-B992-CFE61145C7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51520" y="5515628"/>
            <a:ext cx="3385405" cy="378725"/>
          </a:xfrm>
        </p:spPr>
        <p:txBody>
          <a:bodyPr anchor="t" anchorCtr="0">
            <a:noAutofit/>
          </a:bodyPr>
          <a:lstStyle>
            <a:lvl1pPr marL="0" indent="0" algn="r">
              <a:buNone/>
              <a:defRPr lang="en-US" sz="1867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</a:pPr>
            <a:r>
              <a:rPr lang="en-US" dirty="0"/>
              <a:t>Speaker’s Title, Arial 14pt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923C8992-C80B-1D48-83D3-2F4448BDCE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45106" y="5123348"/>
            <a:ext cx="3391812" cy="493003"/>
          </a:xfrm>
        </p:spPr>
        <p:txBody>
          <a:bodyPr anchor="b" anchorCtr="0">
            <a:noAutofit/>
          </a:bodyPr>
          <a:lstStyle>
            <a:lvl1pPr marL="0" marR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chemeClr val="tx2"/>
                </a:solidFill>
                <a:latin typeface="+mj-lt"/>
              </a:defRPr>
            </a:lvl1pPr>
            <a:lvl2pPr marL="411432" indent="0" algn="r">
              <a:lnSpc>
                <a:spcPct val="100000"/>
              </a:lnSpc>
              <a:buFontTx/>
              <a:buNone/>
              <a:defRPr sz="1680">
                <a:solidFill>
                  <a:schemeClr val="tx1"/>
                </a:solidFill>
              </a:defRPr>
            </a:lvl2pPr>
            <a:lvl3pPr marL="822862" indent="0" algn="r">
              <a:lnSpc>
                <a:spcPct val="100000"/>
              </a:lnSpc>
              <a:buFontTx/>
              <a:buNone/>
              <a:defRPr sz="1440">
                <a:solidFill>
                  <a:schemeClr val="tx1"/>
                </a:solidFill>
              </a:defRPr>
            </a:lvl3pPr>
            <a:lvl4pPr marL="1234292" indent="0" algn="r">
              <a:buFontTx/>
              <a:buNone/>
              <a:defRPr/>
            </a:lvl4pPr>
            <a:lvl5pPr marL="1645726" indent="0" algn="r">
              <a:buFontTx/>
              <a:buNone/>
              <a:defRPr/>
            </a:lvl5pPr>
          </a:lstStyle>
          <a:p>
            <a:pPr marL="0" marR="0" lvl="0" indent="0" algn="r" defTabSz="822862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ea typeface="Futura Maxi Book" charset="0"/>
              </a:rPr>
              <a:t>Speaker’s name, 18pt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58CA7BA5-8BC9-5B4E-8F64-660200E4A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46FB4-077F-4148-AA2A-988B14B14607}"/>
              </a:ext>
            </a:extLst>
          </p:cNvPr>
          <p:cNvSpPr/>
          <p:nvPr userDrawn="1"/>
        </p:nvSpPr>
        <p:spPr>
          <a:xfrm>
            <a:off x="729745" y="4008221"/>
            <a:ext cx="574285" cy="725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>
              <a:solidFill>
                <a:srgbClr val="00269A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1F04526-087E-5143-A664-18DD6669B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80731" y="424366"/>
            <a:ext cx="2126708" cy="471831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566163" y="994867"/>
            <a:ext cx="7431751" cy="2744077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Slide: Option B</a:t>
            </a:r>
            <a:br>
              <a:rPr lang="en-US" dirty="0"/>
            </a:br>
            <a:r>
              <a:rPr lang="en-US" dirty="0"/>
              <a:t>Arial Bold 32pt.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565151" y="4434418"/>
            <a:ext cx="7433733" cy="1181933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Subtitle, Arial 18pt. You can place your own image here. (~477x521px image) Scale image to box shown here </a:t>
            </a:r>
          </a:p>
        </p:txBody>
      </p:sp>
    </p:spTree>
    <p:extLst>
      <p:ext uri="{BB962C8B-B14F-4D97-AF65-F5344CB8AC3E}">
        <p14:creationId xmlns:p14="http://schemas.microsoft.com/office/powerpoint/2010/main" val="311844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ulleted Content (Less Cop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B38A006-D3EA-5649-B396-723AD345A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 dirty="0"/>
              <a:t>Northrop Grumman Proprietary Level I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886CE9E-EB04-DC49-B621-EC8CE09B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E095C2-C635-DA4D-ABA6-B9EFFB7DB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423" y="140681"/>
            <a:ext cx="9564128" cy="92171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Main H Font: Arial Bold 24pt. (light content)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908801-D684-B641-8FDA-B4980972C65F}"/>
              </a:ext>
            </a:extLst>
          </p:cNvPr>
          <p:cNvCxnSpPr>
            <a:cxnSpLocks/>
          </p:cNvCxnSpPr>
          <p:nvPr userDrawn="1"/>
        </p:nvCxnSpPr>
        <p:spPr>
          <a:xfrm>
            <a:off x="208504" y="1061931"/>
            <a:ext cx="117749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5A13C3-637C-704A-83D2-665B7CA28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421" y="1333794"/>
            <a:ext cx="10830952" cy="4820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80"/>
              </a:spcBef>
              <a:spcAft>
                <a:spcPts val="72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</a:defRPr>
            </a:lvl1pPr>
            <a:lvl2pPr marL="209540" indent="-209540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defRPr lang="en-US" sz="1867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45749" indent="-177157">
              <a:spcBef>
                <a:spcPts val="360"/>
              </a:spcBef>
              <a:spcAft>
                <a:spcPts val="360"/>
              </a:spcAft>
              <a:buFont typeface="Arial" panose="020B0604020202020204" pitchFamily="34" charset="0"/>
              <a:buChar char="–"/>
              <a:defRPr sz="1400">
                <a:solidFill>
                  <a:schemeClr val="tx2"/>
                </a:solidFill>
              </a:defRPr>
            </a:lvl3pPr>
            <a:lvl4pPr>
              <a:defRPr sz="1680">
                <a:solidFill>
                  <a:schemeClr val="accent3"/>
                </a:solidFill>
              </a:defRPr>
            </a:lvl4pPr>
            <a:lvl5pPr>
              <a:defRPr sz="168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 Arial 18 pt.</a:t>
            </a:r>
          </a:p>
          <a:p>
            <a:pPr lvl="1"/>
            <a:r>
              <a:rPr lang="en-US" dirty="0"/>
              <a:t>First level indent</a:t>
            </a:r>
          </a:p>
          <a:p>
            <a:pPr lvl="2"/>
            <a:r>
              <a:rPr lang="en-US" dirty="0"/>
              <a:t>Second level indent</a:t>
            </a:r>
          </a:p>
        </p:txBody>
      </p:sp>
      <p:pic>
        <p:nvPicPr>
          <p:cNvPr id="10" name="Picture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8537" y="193764"/>
            <a:ext cx="1584960" cy="3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36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ulleted Content (Dense amount of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B38A006-D3EA-5649-B396-723AD345A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 dirty="0"/>
              <a:t>Northrop Grumman Proprietary Level I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886CE9E-EB04-DC49-B621-EC8CE09B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E095C2-C635-DA4D-ABA6-B9EFFB7DB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423" y="140681"/>
            <a:ext cx="9564128" cy="92171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Main H Font: Arial Bold 24pt. (dense content)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908801-D684-B641-8FDA-B4980972C65F}"/>
              </a:ext>
            </a:extLst>
          </p:cNvPr>
          <p:cNvCxnSpPr>
            <a:cxnSpLocks/>
          </p:cNvCxnSpPr>
          <p:nvPr userDrawn="1"/>
        </p:nvCxnSpPr>
        <p:spPr>
          <a:xfrm>
            <a:off x="208504" y="1061931"/>
            <a:ext cx="117749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5A13C3-637C-704A-83D2-665B7CA28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421" y="1333808"/>
            <a:ext cx="10830952" cy="4458037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1080"/>
              </a:spcBef>
              <a:buFont typeface="Arial" panose="020B0604020202020204" pitchFamily="34" charset="0"/>
              <a:buNone/>
              <a:defRPr sz="1600" b="0">
                <a:solidFill>
                  <a:schemeClr val="tx2"/>
                </a:solidFill>
              </a:defRPr>
            </a:lvl1pPr>
            <a:lvl2pPr marL="116200" indent="-116200">
              <a:lnSpc>
                <a:spcPct val="100000"/>
              </a:lnSpc>
              <a:spcBef>
                <a:spcPts val="240"/>
              </a:spcBef>
              <a:spcAft>
                <a:spcPts val="240"/>
              </a:spcAft>
              <a:defRPr sz="1333">
                <a:solidFill>
                  <a:schemeClr val="tx2"/>
                </a:solidFill>
              </a:defRPr>
            </a:lvl2pPr>
            <a:lvl3pPr marL="350502" indent="-137154">
              <a:spcBef>
                <a:spcPts val="360"/>
              </a:spcBef>
              <a:spcAft>
                <a:spcPts val="360"/>
              </a:spcAft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>
              <a:defRPr sz="1680">
                <a:solidFill>
                  <a:schemeClr val="accent3"/>
                </a:solidFill>
              </a:defRPr>
            </a:lvl4pPr>
            <a:lvl5pPr>
              <a:defRPr sz="168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 Arial 12 pt.</a:t>
            </a:r>
          </a:p>
          <a:p>
            <a:pPr lvl="1"/>
            <a:r>
              <a:rPr lang="en-US" dirty="0"/>
              <a:t>First level indent</a:t>
            </a:r>
          </a:p>
          <a:p>
            <a:pPr lvl="2"/>
            <a:r>
              <a:rPr lang="en-US" dirty="0"/>
              <a:t>Second level indent</a:t>
            </a:r>
          </a:p>
        </p:txBody>
      </p:sp>
      <p:pic>
        <p:nvPicPr>
          <p:cNvPr id="10" name="Picture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8537" y="193764"/>
            <a:ext cx="1584960" cy="3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40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2 Col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B38A006-D3EA-5649-B396-723AD345A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 dirty="0"/>
              <a:t>Northrop Grumman Proprietary Level I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886CE9E-EB04-DC49-B621-EC8CE09B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E095C2-C635-DA4D-ABA6-B9EFFB7DB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423" y="140681"/>
            <a:ext cx="9564128" cy="92171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Main H Font: Arial Bold 24pt.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908801-D684-B641-8FDA-B4980972C65F}"/>
              </a:ext>
            </a:extLst>
          </p:cNvPr>
          <p:cNvCxnSpPr>
            <a:cxnSpLocks/>
          </p:cNvCxnSpPr>
          <p:nvPr userDrawn="1"/>
        </p:nvCxnSpPr>
        <p:spPr>
          <a:xfrm>
            <a:off x="208504" y="1061931"/>
            <a:ext cx="117749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E5A13C3-637C-704A-83D2-665B7CA280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421" y="1991197"/>
            <a:ext cx="5364480" cy="4162623"/>
          </a:xfrm>
        </p:spPr>
        <p:txBody>
          <a:bodyPr>
            <a:noAutofit/>
          </a:bodyPr>
          <a:lstStyle>
            <a:lvl1pPr marL="203814" indent="-203814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67" b="0">
                <a:solidFill>
                  <a:schemeClr val="tx2"/>
                </a:solidFill>
              </a:defRPr>
            </a:lvl1pPr>
            <a:lvl2pPr marL="622860" indent="-350478">
              <a:lnSpc>
                <a:spcPct val="100000"/>
              </a:lnSpc>
              <a:spcBef>
                <a:spcPts val="360"/>
              </a:spcBef>
              <a:spcAft>
                <a:spcPts val="360"/>
              </a:spcAft>
              <a:tabLst/>
              <a:defRPr lang="en-US" sz="1867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58101" indent="-139050">
              <a:spcBef>
                <a:spcPts val="360"/>
              </a:spcBef>
              <a:spcAft>
                <a:spcPts val="360"/>
              </a:spcAft>
              <a:buFont typeface="Arial" panose="020B0604020202020204" pitchFamily="34" charset="0"/>
              <a:buChar char="–"/>
              <a:defRPr sz="1467">
                <a:solidFill>
                  <a:schemeClr val="tx2"/>
                </a:solidFill>
              </a:defRPr>
            </a:lvl3pPr>
            <a:lvl4pPr>
              <a:defRPr sz="1680">
                <a:solidFill>
                  <a:schemeClr val="accent3"/>
                </a:solidFill>
              </a:defRPr>
            </a:lvl4pPr>
            <a:lvl5pPr>
              <a:defRPr sz="168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 Arial 18 pt.</a:t>
            </a:r>
          </a:p>
          <a:p>
            <a:pPr marL="622860" lvl="1" indent="-211429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170911" y="1990941"/>
            <a:ext cx="5364480" cy="4162875"/>
          </a:xfrm>
        </p:spPr>
        <p:txBody>
          <a:bodyPr>
            <a:normAutofit/>
          </a:bodyPr>
          <a:lstStyle>
            <a:lvl1pPr marL="272384" indent="-272384" algn="l" defTabSz="822862" rtl="0" eaLnBrk="1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1867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7147" indent="-205714">
              <a:defRPr lang="en-US" sz="1867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097150" indent="-342858">
              <a:defRPr lang="en-US" sz="1467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</a:lstStyle>
          <a:p>
            <a:pPr marL="0" lvl="0" indent="0" algn="l" defTabSz="822862" rtl="0" eaLnBrk="1" latinLnBrk="0" hangingPunct="1">
              <a:lnSpc>
                <a:spcPct val="100000"/>
              </a:lnSpc>
              <a:spcBef>
                <a:spcPts val="1080"/>
              </a:spcBef>
              <a:spcAft>
                <a:spcPts val="720"/>
              </a:spcAft>
            </a:pPr>
            <a:r>
              <a:rPr lang="en-US" dirty="0"/>
              <a:t>Click to edit Master text styles Arial 18 pt.</a:t>
            </a:r>
          </a:p>
          <a:p>
            <a:pPr marL="622860" lvl="1" indent="-211429" algn="l" defTabSz="822862" rtl="0" eaLnBrk="1" latinLnBrk="0" hangingPunct="1">
              <a:lnSpc>
                <a:spcPct val="90000"/>
              </a:lnSpc>
              <a:spcBef>
                <a:spcPts val="449"/>
              </a:spcBef>
              <a:spcAft>
                <a:spcPts val="360"/>
              </a:spcAft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3338" lvl="2" indent="-139050" algn="l" defTabSz="822862" rtl="0" eaLnBrk="1" latinLnBrk="0" hangingPunct="1">
              <a:lnSpc>
                <a:spcPct val="90000"/>
              </a:lnSpc>
              <a:spcBef>
                <a:spcPts val="360"/>
              </a:spcBef>
              <a:spcAft>
                <a:spcPts val="360"/>
              </a:spcAft>
              <a:buFont typeface="Arial" panose="020B0604020202020204" pitchFamily="34" charset="0"/>
              <a:buChar char="–"/>
            </a:pPr>
            <a:r>
              <a:rPr lang="en-US" dirty="0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2968" y="1221107"/>
            <a:ext cx="11082867" cy="769836"/>
          </a:xfrm>
        </p:spPr>
        <p:txBody>
          <a:bodyPr>
            <a:noAutofit/>
          </a:bodyPr>
          <a:lstStyle>
            <a:lvl1pPr marL="0" indent="0">
              <a:buNone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8537" y="193764"/>
            <a:ext cx="1584960" cy="3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10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lank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B38A006-D3EA-5649-B396-723AD345A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 dirty="0"/>
              <a:t>Northrop Grumman Proprietary Level I</a:t>
            </a:r>
            <a:endParaRPr lang="en-US" dirty="0"/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3886CE9E-EB04-DC49-B621-EC8CE09B6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E095C2-C635-DA4D-ABA6-B9EFFB7DB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436" y="140681"/>
            <a:ext cx="9706577" cy="92171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Main H Font: Arial Bold 24pt.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908801-D684-B641-8FDA-B4980972C65F}"/>
              </a:ext>
            </a:extLst>
          </p:cNvPr>
          <p:cNvCxnSpPr>
            <a:cxnSpLocks/>
          </p:cNvCxnSpPr>
          <p:nvPr userDrawn="1"/>
        </p:nvCxnSpPr>
        <p:spPr>
          <a:xfrm>
            <a:off x="208504" y="1061931"/>
            <a:ext cx="1177499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8537" y="193764"/>
            <a:ext cx="1584960" cy="34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20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9473" y="2271391"/>
            <a:ext cx="9063819" cy="2315223"/>
          </a:xfrm>
        </p:spPr>
        <p:txBody>
          <a:bodyPr anchor="ctr">
            <a:noAutofit/>
          </a:bodyPr>
          <a:lstStyle>
            <a:lvl1pPr marL="0" marR="0" indent="0" algn="l" defTabSz="822862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67" b="1" baseline="0">
                <a:solidFill>
                  <a:sysClr val="windowText" lastClr="000000"/>
                </a:solidFill>
              </a:defRPr>
            </a:lvl1pPr>
            <a:lvl2pPr marL="411432" indent="0">
              <a:buNone/>
              <a:defRPr sz="1260"/>
            </a:lvl2pPr>
            <a:lvl3pPr marL="822862" indent="0">
              <a:buNone/>
              <a:defRPr sz="1080"/>
            </a:lvl3pPr>
            <a:lvl4pPr marL="1234292" indent="0">
              <a:buNone/>
              <a:defRPr sz="900"/>
            </a:lvl4pPr>
            <a:lvl5pPr marL="1645726" indent="0">
              <a:buNone/>
              <a:defRPr sz="900"/>
            </a:lvl5pPr>
            <a:lvl6pPr marL="2057155" indent="0">
              <a:buNone/>
              <a:defRPr sz="900"/>
            </a:lvl6pPr>
            <a:lvl7pPr marL="2468584" indent="0">
              <a:buNone/>
              <a:defRPr sz="900"/>
            </a:lvl7pPr>
            <a:lvl8pPr marL="2880015" indent="0">
              <a:buNone/>
              <a:defRPr sz="900"/>
            </a:lvl8pPr>
            <a:lvl9pPr marL="3291446" indent="0">
              <a:buNone/>
              <a:defRPr sz="900"/>
            </a:lvl9pPr>
          </a:lstStyle>
          <a:p>
            <a:pPr marL="0" marR="0" lvl="0" indent="0" algn="l" defTabSz="822862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Section Break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2EB9F30-CF4B-CE43-A3E3-FC2B82FB8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9659D223-22FF-754A-9330-AB73BC16D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513D57-A2F1-9B49-A359-6471C2C9E29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24249" y="205025"/>
            <a:ext cx="878155" cy="86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4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2625D5C-AEDE-114B-B3DF-721CCF78433A}"/>
              </a:ext>
            </a:extLst>
          </p:cNvPr>
          <p:cNvSpPr/>
          <p:nvPr userDrawn="1"/>
        </p:nvSpPr>
        <p:spPr>
          <a:xfrm>
            <a:off x="205408" y="199511"/>
            <a:ext cx="11774949" cy="64839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52167" y="2937369"/>
            <a:ext cx="4945829" cy="109728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6AC40C8-BB69-4C4B-BE90-4512F04AB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5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3" y="365125"/>
            <a:ext cx="81355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9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3575F98-D1F6-0C4D-8B66-1F493D1F3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02752" y="6655640"/>
            <a:ext cx="3809952" cy="213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kern="0"/>
              <a:t>Northrop Grumman Proprietary Level I</a:t>
            </a:r>
            <a:endParaRPr lang="en-US" dirty="0"/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7F252750-81FB-EA46-95AF-4A0663508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3013" y="63563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2A2F39E-E4DB-494E-AB40-38356C6507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38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1" r:id="rId8"/>
    <p:sldLayoutId id="2147483673" r:id="rId9"/>
    <p:sldLayoutId id="2147483674" r:id="rId10"/>
  </p:sldLayoutIdLst>
  <p:hf hdr="0" dt="0"/>
  <p:txStyles>
    <p:titleStyle>
      <a:lvl1pPr algn="l" defTabSz="822862" rtl="0" eaLnBrk="1" latinLnBrk="0" hangingPunct="1">
        <a:lnSpc>
          <a:spcPct val="90000"/>
        </a:lnSpc>
        <a:spcBef>
          <a:spcPct val="0"/>
        </a:spcBef>
        <a:buNone/>
        <a:defRPr sz="4267" b="1" kern="1200">
          <a:solidFill>
            <a:srgbClr val="00269A"/>
          </a:solidFill>
          <a:latin typeface="+mj-lt"/>
          <a:ea typeface="+mj-ea"/>
          <a:cs typeface="+mj-cs"/>
        </a:defRPr>
      </a:lvl1pPr>
    </p:titleStyle>
    <p:bodyStyle>
      <a:lvl1pPr marL="205714" indent="-205714" algn="l" defTabSz="822862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667" kern="1200">
          <a:solidFill>
            <a:schemeClr val="tx2"/>
          </a:solidFill>
          <a:latin typeface="+mn-lt"/>
          <a:ea typeface="+mn-ea"/>
          <a:cs typeface="+mn-cs"/>
        </a:defRPr>
      </a:lvl1pPr>
      <a:lvl2pPr marL="617147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28576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3pPr>
      <a:lvl4pPr marL="1440007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4pPr>
      <a:lvl5pPr marL="1851440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867" kern="1200">
          <a:solidFill>
            <a:schemeClr val="tx2"/>
          </a:solidFill>
          <a:latin typeface="+mn-lt"/>
          <a:ea typeface="+mn-ea"/>
          <a:cs typeface="+mn-cs"/>
        </a:defRPr>
      </a:lvl5pPr>
      <a:lvl6pPr marL="2262866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300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30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62" indent="-205714" algn="l" defTabSz="822862" rtl="0" eaLnBrk="1" latinLnBrk="0" hangingPunct="1">
        <a:lnSpc>
          <a:spcPct val="90000"/>
        </a:lnSpc>
        <a:spcBef>
          <a:spcPts val="449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32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62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92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26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55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84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15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46" algn="l" defTabSz="822862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5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diagramColors" Target="../diagrams/colors3.xml"/><Relationship Id="rId18" Type="http://schemas.openxmlformats.org/officeDocument/2006/relationships/diagramColors" Target="../diagrams/colors30.xm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diagramQuickStyle" Target="../diagrams/quickStyle3.xml"/><Relationship Id="rId17" Type="http://schemas.openxmlformats.org/officeDocument/2006/relationships/diagramQuickStyle" Target="../diagrams/quickStyle30.xml"/><Relationship Id="rId2" Type="http://schemas.openxmlformats.org/officeDocument/2006/relationships/notesSlide" Target="../notesSlides/notesSlide2.xml"/><Relationship Id="rId16" Type="http://schemas.openxmlformats.org/officeDocument/2006/relationships/diagramLayout" Target="../diagrams/layout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diagramLayout" Target="../diagrams/layout3.xml"/><Relationship Id="rId5" Type="http://schemas.openxmlformats.org/officeDocument/2006/relationships/image" Target="../media/image11.png"/><Relationship Id="rId15" Type="http://schemas.openxmlformats.org/officeDocument/2006/relationships/diagramData" Target="../diagrams/data4.xml"/><Relationship Id="rId10" Type="http://schemas.openxmlformats.org/officeDocument/2006/relationships/diagramData" Target="../diagrams/data3.xml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slide" Target="slide35.xml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11" Type="http://schemas.openxmlformats.org/officeDocument/2006/relationships/image" Target="../media/image43.png"/><Relationship Id="rId5" Type="http://schemas.openxmlformats.org/officeDocument/2006/relationships/diagramColors" Target="../diagrams/colors4.xml"/><Relationship Id="rId10" Type="http://schemas.openxmlformats.org/officeDocument/2006/relationships/image" Target="../media/image42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image" Target="../media/image19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21.png"/><Relationship Id="rId2" Type="http://schemas.openxmlformats.org/officeDocument/2006/relationships/image" Target="../media/image75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20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82.png"/><Relationship Id="rId18" Type="http://schemas.openxmlformats.org/officeDocument/2006/relationships/image" Target="../media/image100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81.png"/><Relationship Id="rId17" Type="http://schemas.openxmlformats.org/officeDocument/2006/relationships/image" Target="../media/image99.png"/><Relationship Id="rId2" Type="http://schemas.openxmlformats.org/officeDocument/2006/relationships/image" Target="../media/image90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80.png"/><Relationship Id="rId5" Type="http://schemas.openxmlformats.org/officeDocument/2006/relationships/image" Target="../media/image93.png"/><Relationship Id="rId15" Type="http://schemas.openxmlformats.org/officeDocument/2006/relationships/image" Target="../media/image84.png"/><Relationship Id="rId10" Type="http://schemas.openxmlformats.org/officeDocument/2006/relationships/image" Target="../media/image87.png"/><Relationship Id="rId19" Type="http://schemas.openxmlformats.org/officeDocument/2006/relationships/image" Target="../media/image23.png"/><Relationship Id="rId4" Type="http://schemas.openxmlformats.org/officeDocument/2006/relationships/image" Target="../media/image92.png"/><Relationship Id="rId9" Type="http://schemas.openxmlformats.org/officeDocument/2006/relationships/image" Target="../media/image22.png"/><Relationship Id="rId14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5" Type="http://schemas.openxmlformats.org/officeDocument/2006/relationships/image" Target="../media/image36.png"/><Relationship Id="rId4" Type="http://schemas.openxmlformats.org/officeDocument/2006/relationships/image" Target="../media/image2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3" Type="http://schemas.openxmlformats.org/officeDocument/2006/relationships/image" Target="../media/image360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slide" Target="slide35.xml"/><Relationship Id="rId16" Type="http://schemas.openxmlformats.org/officeDocument/2006/relationships/image" Target="../media/image1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4" Type="http://schemas.openxmlformats.org/officeDocument/2006/relationships/image" Target="../media/image37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1" Type="http://schemas.openxmlformats.org/officeDocument/2006/relationships/image" Target="../media/image97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" Type="http://schemas.openxmlformats.org/officeDocument/2006/relationships/slide" Target="slide35.xml"/><Relationship Id="rId16" Type="http://schemas.openxmlformats.org/officeDocument/2006/relationships/image" Target="../media/image12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5" Type="http://schemas.openxmlformats.org/officeDocument/2006/relationships/image" Target="../media/image123.png"/><Relationship Id="rId10" Type="http://schemas.openxmlformats.org/officeDocument/2006/relationships/image" Target="../media/image118.png"/><Relationship Id="rId19" Type="http://schemas.openxmlformats.org/officeDocument/2006/relationships/image" Target="../media/image370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880.png"/><Relationship Id="rId7" Type="http://schemas.openxmlformats.org/officeDocument/2006/relationships/image" Target="../media/image131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5" Type="http://schemas.openxmlformats.org/officeDocument/2006/relationships/image" Target="../media/image127.png"/><Relationship Id="rId4" Type="http://schemas.openxmlformats.org/officeDocument/2006/relationships/image" Target="../media/image1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5.png"/><Relationship Id="rId5" Type="http://schemas.openxmlformats.org/officeDocument/2006/relationships/image" Target="../media/image137.png"/><Relationship Id="rId4" Type="http://schemas.openxmlformats.org/officeDocument/2006/relationships/image" Target="../media/image1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0" Type="http://schemas.openxmlformats.org/officeDocument/2006/relationships/image" Target="../media/image155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0.png"/><Relationship Id="rId2" Type="http://schemas.openxmlformats.org/officeDocument/2006/relationships/slide" Target="slide35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3.png"/><Relationship Id="rId4" Type="http://schemas.openxmlformats.org/officeDocument/2006/relationships/image" Target="../media/image1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10 January 2023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Daniel.harris2@ngc.com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Dan Harris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Belief Function Basics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Data Fusion Leveraging Dempster-Shafer Theory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384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EEB2BC-93BC-DE42-0CF3-C10F127470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EFA667A-1FB3-F91E-52D8-5C446C174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&amp; Objectives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2E8CE4-E43C-E5F5-759D-B0F82FD416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421" y="1333794"/>
            <a:ext cx="10830952" cy="6631111"/>
          </a:xfrm>
        </p:spPr>
        <p:txBody>
          <a:bodyPr numCol="2"/>
          <a:lstStyle/>
          <a:p>
            <a:r>
              <a:rPr lang="en-US" dirty="0"/>
              <a:t>Topics: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Motivation &amp; Overview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Definitions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Transformations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Pre-Fusion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Post-Fusion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References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Objectives: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Gain a working knowledge of how the most common form of information (a predictive probability) relates to the Dempster-Shafer belief function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Gain a working knowledge of how to apply advanced pre-fusion processing techniques to improve the fusion results.  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Gain the essential conceptual understanding required to build a tensor fusion system that leverages Dempster-Shafer Theory.</a:t>
            </a:r>
          </a:p>
        </p:txBody>
      </p:sp>
    </p:spTree>
    <p:extLst>
      <p:ext uri="{BB962C8B-B14F-4D97-AF65-F5344CB8AC3E}">
        <p14:creationId xmlns:p14="http://schemas.microsoft.com/office/powerpoint/2010/main" val="1731001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11971163-BE37-B696-BD82-1D7061134A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9489461"/>
              </p:ext>
            </p:extLst>
          </p:nvPr>
        </p:nvGraphicFramePr>
        <p:xfrm>
          <a:off x="6493520" y="1062396"/>
          <a:ext cx="5315474" cy="5091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47A9C-E3CE-C785-ABB1-F1BE15A03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A7DBB7A-EC48-ECDE-5D75-9BF009AC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33B90-E089-81E6-5AF0-904159E2EE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421" y="1333794"/>
            <a:ext cx="5698482" cy="4820025"/>
          </a:xfrm>
        </p:spPr>
        <p:txBody>
          <a:bodyPr/>
          <a:lstStyle/>
          <a:p>
            <a:r>
              <a:rPr lang="en-US" dirty="0"/>
              <a:t>Suppose we needed to act or react to a situation… what goes into making an action in real </a:t>
            </a:r>
            <a:r>
              <a:rPr lang="en-US"/>
              <a:t>life for </a:t>
            </a:r>
            <a:r>
              <a:rPr lang="en-US" dirty="0"/>
              <a:t>rational actors</a:t>
            </a:r>
            <a:r>
              <a:rPr lang="en-US"/>
              <a:t>?  </a:t>
            </a:r>
            <a:br>
              <a:rPr lang="en-US"/>
            </a:br>
            <a:r>
              <a:rPr lang="en-US"/>
              <a:t>Say </a:t>
            </a:r>
            <a:r>
              <a:rPr lang="en-US" dirty="0"/>
              <a:t>you’ve developed symptoms of being sick… or a missile lunched from a rouge nation.</a:t>
            </a:r>
          </a:p>
          <a:p>
            <a:endParaRPr lang="en-US" dirty="0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29ECDF82-18A6-75D4-406E-F7D07E0B3C91}"/>
              </a:ext>
            </a:extLst>
          </p:cNvPr>
          <p:cNvSpPr/>
          <p:nvPr/>
        </p:nvSpPr>
        <p:spPr>
          <a:xfrm>
            <a:off x="-2243681" y="4125561"/>
            <a:ext cx="1183602" cy="98682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2F7043-7861-0ABE-9F23-48C0609FAD2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-1060079" y="4618973"/>
            <a:ext cx="473062" cy="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21D6D7-6CF0-B5A9-2383-E3DEEE2FB10F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-1651880" y="5112385"/>
            <a:ext cx="0" cy="34974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F1284B-8B11-AC75-E1AB-D378FD126684}"/>
              </a:ext>
            </a:extLst>
          </p:cNvPr>
          <p:cNvGrpSpPr/>
          <p:nvPr/>
        </p:nvGrpSpPr>
        <p:grpSpPr>
          <a:xfrm>
            <a:off x="9375147" y="2816491"/>
            <a:ext cx="596348" cy="596348"/>
            <a:chOff x="850664" y="3823252"/>
            <a:chExt cx="596348" cy="596348"/>
          </a:xfrm>
        </p:grpSpPr>
        <p:sp>
          <p:nvSpPr>
            <p:cNvPr id="16" name="Chord 15">
              <a:extLst>
                <a:ext uri="{FF2B5EF4-FFF2-40B4-BE49-F238E27FC236}">
                  <a16:creationId xmlns:a16="http://schemas.microsoft.com/office/drawing/2014/main" id="{C8DDD608-8B38-5393-8F1A-EAD7E0A2EDE7}"/>
                </a:ext>
              </a:extLst>
            </p:cNvPr>
            <p:cNvSpPr/>
            <p:nvPr/>
          </p:nvSpPr>
          <p:spPr>
            <a:xfrm>
              <a:off x="850664" y="3823252"/>
              <a:ext cx="596348" cy="596348"/>
            </a:xfrm>
            <a:prstGeom prst="chord">
              <a:avLst>
                <a:gd name="adj1" fmla="val 18329771"/>
                <a:gd name="adj2" fmla="val 3269561"/>
              </a:avLst>
            </a:prstGeom>
            <a:solidFill>
              <a:srgbClr val="0066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F450AE8-7AB8-29F9-37A3-E4F837423475}"/>
                </a:ext>
              </a:extLst>
            </p:cNvPr>
            <p:cNvCxnSpPr>
              <a:stCxn id="16" idx="0"/>
            </p:cNvCxnSpPr>
            <p:nvPr/>
          </p:nvCxnSpPr>
          <p:spPr>
            <a:xfrm flipH="1">
              <a:off x="850664" y="3878666"/>
              <a:ext cx="471308" cy="272577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49A6A67-2C02-4DD5-B0A7-F9AA48D03A03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 flipV="1">
              <a:off x="850664" y="4151243"/>
              <a:ext cx="471356" cy="212909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hord 21">
              <a:extLst>
                <a:ext uri="{FF2B5EF4-FFF2-40B4-BE49-F238E27FC236}">
                  <a16:creationId xmlns:a16="http://schemas.microsoft.com/office/drawing/2014/main" id="{64F31FF4-7160-5397-3FAA-82F5EEB45B95}"/>
                </a:ext>
              </a:extLst>
            </p:cNvPr>
            <p:cNvSpPr/>
            <p:nvPr/>
          </p:nvSpPr>
          <p:spPr>
            <a:xfrm>
              <a:off x="850664" y="3823252"/>
              <a:ext cx="596348" cy="596348"/>
            </a:xfrm>
            <a:prstGeom prst="chord">
              <a:avLst>
                <a:gd name="adj1" fmla="val 20229588"/>
                <a:gd name="adj2" fmla="val 1263204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BFFAC80F-DD53-48D3-A3B2-6F5FE5502AFC}"/>
              </a:ext>
            </a:extLst>
          </p:cNvPr>
          <p:cNvSpPr txBox="1"/>
          <p:nvPr/>
        </p:nvSpPr>
        <p:spPr>
          <a:xfrm>
            <a:off x="-1226652" y="4297481"/>
            <a:ext cx="56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52D389-6E20-8F58-5054-21FFB5464273}"/>
              </a:ext>
            </a:extLst>
          </p:cNvPr>
          <p:cNvSpPr txBox="1"/>
          <p:nvPr/>
        </p:nvSpPr>
        <p:spPr>
          <a:xfrm>
            <a:off x="-1695573" y="499551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6F98673-C1BC-3D44-2354-516F606E24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3673" y="3820006"/>
            <a:ext cx="1193167" cy="987721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B31A004-260C-39D4-B07F-0E7F1FA0CE67}"/>
              </a:ext>
            </a:extLst>
          </p:cNvPr>
          <p:cNvCxnSpPr>
            <a:cxnSpLocks/>
          </p:cNvCxnSpPr>
          <p:nvPr/>
        </p:nvCxnSpPr>
        <p:spPr>
          <a:xfrm>
            <a:off x="9151257" y="1638300"/>
            <a:ext cx="0" cy="393144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523D101-E0AA-DD4C-C2BD-7CC2A2DB3183}"/>
              </a:ext>
            </a:extLst>
          </p:cNvPr>
          <p:cNvCxnSpPr>
            <a:cxnSpLocks/>
          </p:cNvCxnSpPr>
          <p:nvPr/>
        </p:nvCxnSpPr>
        <p:spPr>
          <a:xfrm flipH="1">
            <a:off x="7184231" y="3608107"/>
            <a:ext cx="393144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14822C6-9A62-837C-0A4F-4639DF461217}"/>
              </a:ext>
            </a:extLst>
          </p:cNvPr>
          <p:cNvGrpSpPr/>
          <p:nvPr/>
        </p:nvGrpSpPr>
        <p:grpSpPr>
          <a:xfrm>
            <a:off x="9313645" y="3849962"/>
            <a:ext cx="719352" cy="623286"/>
            <a:chOff x="9313645" y="3813918"/>
            <a:chExt cx="719352" cy="623286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BEAF4EF4-5428-C340-FD4C-735532E32D44}"/>
                </a:ext>
              </a:extLst>
            </p:cNvPr>
            <p:cNvSpPr/>
            <p:nvPr/>
          </p:nvSpPr>
          <p:spPr>
            <a:xfrm>
              <a:off x="9362627" y="3813918"/>
              <a:ext cx="623286" cy="623286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3E08C2A-4B13-CEAA-27E7-BFEF1BE23129}"/>
                </a:ext>
              </a:extLst>
            </p:cNvPr>
            <p:cNvSpPr txBox="1"/>
            <p:nvPr/>
          </p:nvSpPr>
          <p:spPr>
            <a:xfrm>
              <a:off x="9313645" y="3925136"/>
              <a:ext cx="71935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Belief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413847C-35F2-5DBC-7EAA-2C816BC01749}"/>
              </a:ext>
            </a:extLst>
          </p:cNvPr>
          <p:cNvSpPr txBox="1"/>
          <p:nvPr/>
        </p:nvSpPr>
        <p:spPr>
          <a:xfrm>
            <a:off x="583393" y="3743806"/>
            <a:ext cx="5082093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According to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Smets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, information can be represented at what might be considered two fundamentally different levels [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1–4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credal level where beliefs are entertained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The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pignistic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level where decisions are made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3A723-B1D0-3D46-0B98-0BB7FD30DFEE}"/>
              </a:ext>
            </a:extLst>
          </p:cNvPr>
          <p:cNvSpPr txBox="1"/>
          <p:nvPr/>
        </p:nvSpPr>
        <p:spPr>
          <a:xfrm>
            <a:off x="2502709" y="6297144"/>
            <a:ext cx="7186583" cy="369332"/>
          </a:xfrm>
          <a:prstGeom prst="rect">
            <a:avLst/>
          </a:prstGeom>
          <a:solidFill>
            <a:schemeClr val="tx1">
              <a:lumMod val="50000"/>
            </a:schemeClr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Can any of this be automated?  Is there any benefit to automating it?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CA7B4-5306-4DA6-27D2-0E3EB8CE48F3}"/>
              </a:ext>
            </a:extLst>
          </p:cNvPr>
          <p:cNvSpPr/>
          <p:nvPr/>
        </p:nvSpPr>
        <p:spPr>
          <a:xfrm>
            <a:off x="6151903" y="3743806"/>
            <a:ext cx="5657091" cy="2410013"/>
          </a:xfrm>
          <a:prstGeom prst="rect">
            <a:avLst/>
          </a:prstGeom>
          <a:noFill/>
          <a:ln>
            <a:solidFill>
              <a:schemeClr val="tx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52B8B-5D6A-CFDB-197D-A96C71003695}"/>
              </a:ext>
            </a:extLst>
          </p:cNvPr>
          <p:cNvSpPr txBox="1"/>
          <p:nvPr/>
        </p:nvSpPr>
        <p:spPr>
          <a:xfrm>
            <a:off x="6151903" y="5811999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focus today</a:t>
            </a:r>
          </a:p>
        </p:txBody>
      </p:sp>
    </p:spTree>
    <p:extLst>
      <p:ext uri="{BB962C8B-B14F-4D97-AF65-F5344CB8AC3E}">
        <p14:creationId xmlns:p14="http://schemas.microsoft.com/office/powerpoint/2010/main" val="1114970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22573-7CDF-F711-D75B-3C94AF70A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473" y="2655403"/>
            <a:ext cx="9063819" cy="2315223"/>
          </a:xfrm>
        </p:spPr>
        <p:txBody>
          <a:bodyPr/>
          <a:lstStyle/>
          <a:p>
            <a:r>
              <a:rPr lang="en-US" dirty="0"/>
              <a:t>Definitions: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Frame of Discernment (</a:t>
            </a:r>
            <a:r>
              <a:rPr lang="en-US" sz="2000" dirty="0" err="1"/>
              <a:t>FoD</a:t>
            </a:r>
            <a:r>
              <a:rPr lang="en-US" sz="2000" dirty="0"/>
              <a:t>)</a:t>
            </a:r>
            <a:endParaRPr lang="el-G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Set</a:t>
            </a:r>
            <a:endParaRPr lang="el-G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Basic Belief Assignment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Basic Belief Mass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Committed, Uncommitted, and Vacuous Belief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Cardinality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Plausibility and Contour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Conjunctive Rule of Combination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Conflict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Agreement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Root Propositions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19639-8F89-331A-844D-54236E092E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BFDF19C-12DE-E339-DFDF-635EAC56A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685651"/>
              </p:ext>
            </p:extLst>
          </p:nvPr>
        </p:nvGraphicFramePr>
        <p:xfrm>
          <a:off x="542223" y="-319862"/>
          <a:ext cx="10488329" cy="188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248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E8663-8365-1415-8E33-7D6983D50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3D603-0327-E447-4384-78506E9A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Frame of Discernment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28125AA7-7D55-8F97-A503-7C89CD76BD8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2" y="1344427"/>
                <a:ext cx="11531055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frame of discernment </a:t>
                </a:r>
                <a:r>
                  <a:rPr lang="en-US" dirty="0"/>
                  <a:t>(</a:t>
                </a:r>
                <a:r>
                  <a:rPr lang="en-US" dirty="0" err="1"/>
                  <a:t>FoD</a:t>
                </a:r>
                <a:r>
                  <a:rPr lang="en-US" dirty="0"/>
                  <a:t>) is the set of possible outcomes, notated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marL="552440" lvl="1" indent="-342900"/>
                <a:r>
                  <a:rPr lang="en-US" dirty="0"/>
                  <a:t>Open world: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is incomplete</a:t>
                </a:r>
              </a:p>
              <a:p>
                <a:pPr marL="552440" lvl="1" indent="-342900"/>
                <a:r>
                  <a:rPr lang="en-US" dirty="0"/>
                  <a:t>Closed world: the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is complete</a:t>
                </a:r>
              </a:p>
              <a:p>
                <a:pPr marL="552440" lvl="1" indent="-342900"/>
                <a:r>
                  <a:rPr lang="en-US" dirty="0"/>
                  <a:t>Mutually exclusive outcomes means up to one proposition can be true at the same time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Example: Let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 propose to work directly with mutually exclusive and complete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28125AA7-7D55-8F97-A503-7C89CD76B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2" y="1344427"/>
                <a:ext cx="11531055" cy="4820025"/>
              </a:xfrm>
              <a:blipFill>
                <a:blip r:embed="rId3"/>
                <a:stretch>
                  <a:fillRect l="-687" t="-886" b="-10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130ECF2A-5CC7-8668-3C04-DFCB071AEBEC}"/>
              </a:ext>
            </a:extLst>
          </p:cNvPr>
          <p:cNvGrpSpPr/>
          <p:nvPr/>
        </p:nvGrpSpPr>
        <p:grpSpPr>
          <a:xfrm>
            <a:off x="2243998" y="4164912"/>
            <a:ext cx="1909559" cy="1912019"/>
            <a:chOff x="5040533" y="3968537"/>
            <a:chExt cx="2527300" cy="253055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8016A2-6B25-2E20-5369-7145F1765244}"/>
                </a:ext>
              </a:extLst>
            </p:cNvPr>
            <p:cNvSpPr/>
            <p:nvPr/>
          </p:nvSpPr>
          <p:spPr>
            <a:xfrm>
              <a:off x="5040533" y="3968537"/>
              <a:ext cx="2527300" cy="25273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799F94-3ABC-48F7-C662-FFE5B9A0449F}"/>
                </a:ext>
              </a:extLst>
            </p:cNvPr>
            <p:cNvSpPr/>
            <p:nvPr/>
          </p:nvSpPr>
          <p:spPr>
            <a:xfrm>
              <a:off x="5040533" y="3968537"/>
              <a:ext cx="1003300" cy="68678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A2FDBF-FF0F-C8FE-B926-1A148818460A}"/>
                </a:ext>
              </a:extLst>
            </p:cNvPr>
            <p:cNvSpPr/>
            <p:nvPr/>
          </p:nvSpPr>
          <p:spPr>
            <a:xfrm>
              <a:off x="6183533" y="3968537"/>
              <a:ext cx="1384300" cy="115668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836FF7-01F6-AE74-35B1-273E5F7B85E5}"/>
                </a:ext>
              </a:extLst>
            </p:cNvPr>
            <p:cNvSpPr/>
            <p:nvPr/>
          </p:nvSpPr>
          <p:spPr>
            <a:xfrm>
              <a:off x="5040533" y="5339154"/>
              <a:ext cx="1270000" cy="11566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F278EA-E0EF-9927-4C99-3AF64F9F40F2}"/>
                </a:ext>
              </a:extLst>
            </p:cNvPr>
            <p:cNvSpPr/>
            <p:nvPr/>
          </p:nvSpPr>
          <p:spPr>
            <a:xfrm>
              <a:off x="6424833" y="5663668"/>
              <a:ext cx="1143000" cy="83216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8854BDD-BE6C-10E3-F0C3-BAA2D27AA1D1}"/>
                    </a:ext>
                  </a:extLst>
                </p:cNvPr>
                <p:cNvSpPr txBox="1"/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8854BDD-BE6C-10E3-F0C3-BAA2D27AA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1724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B78B4E5-2B84-005D-78AB-AE436516FF76}"/>
                    </a:ext>
                  </a:extLst>
                </p:cNvPr>
                <p:cNvSpPr txBox="1"/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B78B4E5-2B84-005D-78AB-AE436516F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390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ED47624-80AB-58EF-3CF8-5BD145CF73C3}"/>
                    </a:ext>
                  </a:extLst>
                </p:cNvPr>
                <p:cNvSpPr txBox="1"/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ED47624-80AB-58EF-3CF8-5BD145CF73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9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4A65E1C-1C1C-CDAD-BEFA-1B10C139B892}"/>
                    </a:ext>
                  </a:extLst>
                </p:cNvPr>
                <p:cNvSpPr txBox="1"/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4A65E1C-1C1C-CDAD-BEFA-1B10C139B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724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3E70D66-E97D-6E04-B3B7-C72841BCDFB0}"/>
                    </a:ext>
                  </a:extLst>
                </p:cNvPr>
                <p:cNvSpPr txBox="1"/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3E70D66-E97D-6E04-B3B7-C72841BCD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339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9B39F1-D397-3C61-6D60-EDBC4B01870A}"/>
                </a:ext>
              </a:extLst>
            </p:cNvPr>
            <p:cNvSpPr/>
            <p:nvPr/>
          </p:nvSpPr>
          <p:spPr>
            <a:xfrm>
              <a:off x="5040533" y="3971793"/>
              <a:ext cx="2527300" cy="2527300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4DF4AD-5E08-6F75-51B4-D1777354B803}"/>
                  </a:ext>
                </a:extLst>
              </p:cNvPr>
              <p:cNvSpPr txBox="1"/>
              <p:nvPr/>
            </p:nvSpPr>
            <p:spPr>
              <a:xfrm>
                <a:off x="-2636625" y="4396211"/>
                <a:ext cx="236032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4DF4AD-5E08-6F75-51B4-D1777354B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36625" y="4396211"/>
                <a:ext cx="2360326" cy="646331"/>
              </a:xfrm>
              <a:prstGeom prst="rect">
                <a:avLst/>
              </a:prstGeom>
              <a:blipFill>
                <a:blip r:embed="rId9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Diagram 19">
                <a:extLst>
                  <a:ext uri="{FF2B5EF4-FFF2-40B4-BE49-F238E27FC236}">
                    <a16:creationId xmlns:a16="http://schemas.microsoft.com/office/drawing/2014/main" id="{96947C0D-87F8-97E6-BA98-88B35B268C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4480260"/>
                  </p:ext>
                </p:extLst>
              </p:nvPr>
            </p:nvGraphicFramePr>
            <p:xfrm>
              <a:off x="5837184" y="4370016"/>
              <a:ext cx="2252716" cy="150181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mc:Choice>
        <mc:Fallback xmlns="">
          <p:graphicFrame>
            <p:nvGraphicFramePr>
              <p:cNvPr id="20" name="Diagram 19">
                <a:extLst>
                  <a:ext uri="{FF2B5EF4-FFF2-40B4-BE49-F238E27FC236}">
                    <a16:creationId xmlns:a16="http://schemas.microsoft.com/office/drawing/2014/main" id="{96947C0D-87F8-97E6-BA98-88B35B268C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54480260"/>
                  </p:ext>
                </p:extLst>
              </p:nvPr>
            </p:nvGraphicFramePr>
            <p:xfrm>
              <a:off x="5837184" y="4370016"/>
              <a:ext cx="2252716" cy="150181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5" r:lo="rId16" r:qs="rId17" r:cs="rId18"/>
              </a:graphicData>
            </a:graphic>
          </p:graphicFrame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1880E52-B6E4-7E03-6E28-C1C58339A19F}"/>
              </a:ext>
            </a:extLst>
          </p:cNvPr>
          <p:cNvSpPr txBox="1"/>
          <p:nvPr/>
        </p:nvSpPr>
        <p:spPr>
          <a:xfrm>
            <a:off x="2157466" y="3505531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Closed World &amp;</a:t>
            </a:r>
          </a:p>
          <a:p>
            <a:pPr algn="ctr"/>
            <a:r>
              <a:rPr lang="en-US" dirty="0"/>
              <a:t>Mutually Exclusive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642253-B081-E336-527E-7F1519E09FFF}"/>
              </a:ext>
            </a:extLst>
          </p:cNvPr>
          <p:cNvSpPr txBox="1"/>
          <p:nvPr/>
        </p:nvSpPr>
        <p:spPr>
          <a:xfrm>
            <a:off x="5737182" y="3505531"/>
            <a:ext cx="2505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Open World &amp;</a:t>
            </a:r>
          </a:p>
          <a:p>
            <a:pPr algn="ctr"/>
            <a:r>
              <a:rPr lang="en-US" dirty="0"/>
              <a:t>Not Mutually Exclusive</a:t>
            </a:r>
          </a:p>
        </p:txBody>
      </p:sp>
    </p:spTree>
    <p:extLst>
      <p:ext uri="{BB962C8B-B14F-4D97-AF65-F5344CB8AC3E}">
        <p14:creationId xmlns:p14="http://schemas.microsoft.com/office/powerpoint/2010/main" val="166082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0F89B-3D55-A2C1-F734-4E642BECC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739565-2B5C-C681-7313-BB9CB548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Basic Belief 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DE2C6AA-B746-D06B-456F-81BA9D4C985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54876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termed the </a:t>
                </a:r>
                <a:r>
                  <a:rPr lang="en-US" i="1" dirty="0"/>
                  <a:t>power set</a:t>
                </a:r>
                <a:r>
                  <a:rPr lang="en-US" dirty="0"/>
                  <a:t>, which is the set of all subsets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a function, termed the </a:t>
                </a:r>
                <a:r>
                  <a:rPr lang="en-US" i="1" dirty="0"/>
                  <a:t>basic belief assignment</a:t>
                </a:r>
                <a:r>
                  <a:rPr lang="en-US" dirty="0"/>
                  <a:t> (BBA), such that [</a:t>
                </a:r>
                <a:r>
                  <a:rPr lang="en-US" dirty="0">
                    <a:hlinkClick r:id="rId2" action="ppaction://hlinksldjump"/>
                  </a:rPr>
                  <a:t>5</a:t>
                </a:r>
                <a:r>
                  <a:rPr lang="en-US" dirty="0"/>
                  <a:t>]: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example: Let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∅,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800" b="0" dirty="0"/>
              </a:p>
              <a:p>
                <a:endParaRPr lang="en-US" sz="1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8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focal</a:t>
                </a:r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[</a:t>
                </a:r>
                <a:r>
                  <a:rPr lang="en-US" dirty="0">
                    <a:hlinkClick r:id="rId2" action="ppaction://hlinksldjump"/>
                  </a:rPr>
                  <a:t>5</a:t>
                </a:r>
                <a:r>
                  <a:rPr lang="en-US" dirty="0"/>
                  <a:t>].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basic belief mass</a:t>
                </a:r>
                <a:r>
                  <a:rPr lang="en-US" dirty="0"/>
                  <a:t> (BBM) is the value a BBA produces [</a:t>
                </a:r>
                <a:r>
                  <a:rPr lang="en-US" dirty="0">
                    <a:hlinkClick r:id="rId2" action="ppaction://hlinksldjump"/>
                  </a:rPr>
                  <a:t>5</a:t>
                </a:r>
                <a:r>
                  <a:rPr lang="en-US" dirty="0"/>
                  <a:t>].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DE2C6AA-B746-D06B-456F-81BA9D4C9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54876" cy="4820025"/>
              </a:xfrm>
              <a:blipFill>
                <a:blip r:embed="rId3"/>
                <a:stretch>
                  <a:fillRect l="-704" t="-759" b="-13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756FAC8-6DB6-4CE3-DF4B-9221DD85ACA7}"/>
              </a:ext>
            </a:extLst>
          </p:cNvPr>
          <p:cNvSpPr txBox="1"/>
          <p:nvPr/>
        </p:nvSpPr>
        <p:spPr>
          <a:xfrm>
            <a:off x="8311123" y="4883600"/>
            <a:ext cx="1706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Vacuous Belief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B9C9A27-710B-AC42-BB5D-CDBC9C2861D9}"/>
              </a:ext>
            </a:extLst>
          </p:cNvPr>
          <p:cNvSpPr/>
          <p:nvPr/>
        </p:nvSpPr>
        <p:spPr>
          <a:xfrm rot="16200000">
            <a:off x="9032530" y="3986937"/>
            <a:ext cx="242824" cy="1550501"/>
          </a:xfrm>
          <a:prstGeom prst="leftBrace">
            <a:avLst/>
          </a:prstGeom>
          <a:ln>
            <a:solidFill>
              <a:srgbClr val="002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0FF19DC-1598-6717-5893-5429F50B704D}"/>
              </a:ext>
            </a:extLst>
          </p:cNvPr>
          <p:cNvSpPr/>
          <p:nvPr/>
        </p:nvSpPr>
        <p:spPr>
          <a:xfrm rot="16200000">
            <a:off x="6065701" y="2858845"/>
            <a:ext cx="242825" cy="3806686"/>
          </a:xfrm>
          <a:prstGeom prst="leftBrace">
            <a:avLst/>
          </a:prstGeom>
          <a:ln>
            <a:solidFill>
              <a:srgbClr val="002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F69DA-E503-5EEC-61C4-047BE9608207}"/>
              </a:ext>
            </a:extLst>
          </p:cNvPr>
          <p:cNvSpPr txBox="1"/>
          <p:nvPr/>
        </p:nvSpPr>
        <p:spPr>
          <a:xfrm>
            <a:off x="5062448" y="4877875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Uncommitted Belief </a:t>
            </a:r>
          </a:p>
          <a:p>
            <a:pPr algn="ctr"/>
            <a:r>
              <a:rPr lang="en-US" dirty="0"/>
              <a:t>Between 2 options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ED8FD4F-4D7D-D316-840B-52C600DA0396}"/>
              </a:ext>
            </a:extLst>
          </p:cNvPr>
          <p:cNvSpPr/>
          <p:nvPr/>
        </p:nvSpPr>
        <p:spPr>
          <a:xfrm rot="16200000">
            <a:off x="2677535" y="3553505"/>
            <a:ext cx="242825" cy="2417365"/>
          </a:xfrm>
          <a:prstGeom prst="leftBrace">
            <a:avLst/>
          </a:prstGeom>
          <a:ln>
            <a:solidFill>
              <a:srgbClr val="0026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716B71-1EAB-C0D6-58DE-1770E943210D}"/>
              </a:ext>
            </a:extLst>
          </p:cNvPr>
          <p:cNvSpPr txBox="1"/>
          <p:nvPr/>
        </p:nvSpPr>
        <p:spPr>
          <a:xfrm>
            <a:off x="1796108" y="4877875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Committed Belief </a:t>
            </a:r>
          </a:p>
        </p:txBody>
      </p:sp>
    </p:spTree>
    <p:extLst>
      <p:ext uri="{BB962C8B-B14F-4D97-AF65-F5344CB8AC3E}">
        <p14:creationId xmlns:p14="http://schemas.microsoft.com/office/powerpoint/2010/main" val="419298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149BB-5B66-94D8-CC6F-4CF610562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7EFB3E-4B93-2DF7-DEC6-A59C603D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Cardinality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182EDFF-3155-EEA8-3713-27A4AE61D6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number of elements in a focal is termed </a:t>
                </a:r>
                <a:r>
                  <a:rPr lang="en-US" i="1" dirty="0"/>
                  <a:t>cardinality, notated with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i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US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example:</a:t>
                </a:r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552440" lvl="1" indent="-342900"/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182EDFF-3155-EEA8-3713-27A4AE61D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9215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08E27-7FDF-1420-B73F-9CC528F22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9474DF-B07F-05B1-4C2A-26AA928D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Plausibility &amp; Contour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693D1F7-897F-660F-1A9F-03CACCC4384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 degree of plausibility of A,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is defined by the following plausibility function (PF) for all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sz="2000" dirty="0"/>
                  <a:t> [</a:t>
                </a:r>
                <a:r>
                  <a:rPr lang="en-US" sz="2000" dirty="0">
                    <a:hlinkClick r:id="rId2" action="ppaction://hlinksldjump"/>
                  </a:rPr>
                  <a:t>5</a:t>
                </a:r>
                <a:r>
                  <a:rPr lang="en-US" sz="2000" dirty="0"/>
                  <a:t>]: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: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Θ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𝑃𝐿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≠∅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example: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𝑃𝐿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𝑃𝐿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/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𝑃𝐿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800" dirty="0"/>
                  <a:t>The </a:t>
                </a:r>
                <a:r>
                  <a:rPr lang="en-US" sz="1800" i="1" dirty="0"/>
                  <a:t>contour function (CF), AKA possibility, notated 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, is the PF but for all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1800" dirty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1800" dirty="0"/>
                  <a:t> instead [</a:t>
                </a:r>
                <a:r>
                  <a:rPr lang="en-US" sz="1800" dirty="0">
                    <a:hlinkClick r:id="rId2" action="ppaction://hlinksldjump"/>
                  </a:rPr>
                  <a:t>5</a:t>
                </a:r>
                <a:r>
                  <a:rPr lang="en-US" sz="1800" dirty="0"/>
                  <a:t>]:</a:t>
                </a:r>
              </a:p>
              <a:p>
                <a:pPr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000" dirty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≠∅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552440" lvl="1" indent="-342900"/>
                <a:endParaRPr lang="en-US" sz="18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E693D1F7-897F-660F-1A9F-03CACCC43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506" t="-684" b="-16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19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73D123-30A6-C431-1654-9B6AF9A36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FD259B-1948-FB77-97A1-FD3DB7CD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Conjunctive Rule of Combination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1D59AA3-F3F5-1B72-57F9-0F554B9D456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066031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i="1" dirty="0"/>
                  <a:t>conjunctive rule of combination</a:t>
                </a:r>
                <a:r>
                  <a:rPr lang="en-US" dirty="0"/>
                  <a:t> is how independent evidences,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are fused together in Dempster Shafer Theory (DST) to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b="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dirty="0"/>
                  <a:t> [</a:t>
                </a:r>
                <a:r>
                  <a:rPr lang="en-US" dirty="0">
                    <a:hlinkClick r:id="rId3" action="ppaction://hlinksldjump"/>
                  </a:rPr>
                  <a:t>5</a:t>
                </a:r>
                <a:r>
                  <a:rPr lang="en-US" dirty="0"/>
                  <a:t>]:  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</m:m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 </a:t>
                </a:r>
              </a:p>
              <a:p>
                <a:pPr marL="552440" lvl="1" indent="-342900"/>
                <a:r>
                  <a:rPr lang="en-US" dirty="0"/>
                  <a:t>Let: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5244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55244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51D59AA3-F3F5-1B72-57F9-0F554B9D45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066031" cy="4820025"/>
              </a:xfrm>
              <a:blipFill>
                <a:blip r:embed="rId4"/>
                <a:stretch>
                  <a:fillRect l="-716" t="-886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EA163B-E9A0-4420-9325-CBBC12542AB5}"/>
                  </a:ext>
                </a:extLst>
              </p:cNvPr>
              <p:cNvSpPr/>
              <p:nvPr/>
            </p:nvSpPr>
            <p:spPr>
              <a:xfrm>
                <a:off x="6186337" y="3584094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7EA163B-E9A0-4420-9325-CBBC12542A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337" y="3584094"/>
                <a:ext cx="2666557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7B6EF4-F1F3-2436-76AC-AAD04A88C78F}"/>
                  </a:ext>
                </a:extLst>
              </p:cNvPr>
              <p:cNvSpPr/>
              <p:nvPr/>
            </p:nvSpPr>
            <p:spPr>
              <a:xfrm>
                <a:off x="8852894" y="3584094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7B6EF4-F1F3-2436-76AC-AAD04A88C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94" y="3584094"/>
                <a:ext cx="2666557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A43A51-E191-23F7-C9D3-06D55FD241A6}"/>
                  </a:ext>
                </a:extLst>
              </p:cNvPr>
              <p:cNvSpPr/>
              <p:nvPr/>
            </p:nvSpPr>
            <p:spPr>
              <a:xfrm>
                <a:off x="6186337" y="4498494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1A43A51-E191-23F7-C9D3-06D55FD24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337" y="4498494"/>
                <a:ext cx="2666557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5D3B3E-690C-CB3D-CCA5-D8978B84E319}"/>
                  </a:ext>
                </a:extLst>
              </p:cNvPr>
              <p:cNvSpPr/>
              <p:nvPr/>
            </p:nvSpPr>
            <p:spPr>
              <a:xfrm>
                <a:off x="8852894" y="4498494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5D3B3E-690C-CB3D-CCA5-D8978B84E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94" y="4498494"/>
                <a:ext cx="2666557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7BF1F-4ACB-7DBF-EC63-BF73B2651C3B}"/>
              </a:ext>
            </a:extLst>
          </p:cNvPr>
          <p:cNvCxnSpPr>
            <a:cxnSpLocks/>
          </p:cNvCxnSpPr>
          <p:nvPr/>
        </p:nvCxnSpPr>
        <p:spPr>
          <a:xfrm>
            <a:off x="6186337" y="3458965"/>
            <a:ext cx="5333114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C188D8-9DCC-3413-0EC2-92918F11B51D}"/>
                  </a:ext>
                </a:extLst>
              </p:cNvPr>
              <p:cNvSpPr txBox="1"/>
              <p:nvPr/>
            </p:nvSpPr>
            <p:spPr>
              <a:xfrm>
                <a:off x="11313407" y="3235255"/>
                <a:ext cx="7644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C188D8-9DCC-3413-0EC2-92918F11B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407" y="3235255"/>
                <a:ext cx="764490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4E7AF1-09E2-C721-402B-A7C515105E7E}"/>
              </a:ext>
            </a:extLst>
          </p:cNvPr>
          <p:cNvCxnSpPr>
            <a:cxnSpLocks/>
          </p:cNvCxnSpPr>
          <p:nvPr/>
        </p:nvCxnSpPr>
        <p:spPr>
          <a:xfrm>
            <a:off x="6076271" y="3584094"/>
            <a:ext cx="0" cy="182880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0CF60-D74E-0143-1FB9-F194E12538E3}"/>
                  </a:ext>
                </a:extLst>
              </p:cNvPr>
              <p:cNvSpPr txBox="1"/>
              <p:nvPr/>
            </p:nvSpPr>
            <p:spPr>
              <a:xfrm>
                <a:off x="5550273" y="5353356"/>
                <a:ext cx="8887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10CF60-D74E-0143-1FB9-F194E1253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73" y="5353356"/>
                <a:ext cx="88874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DCD32B-79D9-3B19-E8F2-C8CA831A231C}"/>
              </a:ext>
            </a:extLst>
          </p:cNvPr>
          <p:cNvCxnSpPr/>
          <p:nvPr/>
        </p:nvCxnSpPr>
        <p:spPr>
          <a:xfrm>
            <a:off x="8852894" y="3277795"/>
            <a:ext cx="0" cy="306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C72514-0065-CC8C-F5CA-038EC5135692}"/>
                  </a:ext>
                </a:extLst>
              </p:cNvPr>
              <p:cNvSpPr txBox="1"/>
              <p:nvPr/>
            </p:nvSpPr>
            <p:spPr>
              <a:xfrm>
                <a:off x="6744782" y="3034084"/>
                <a:ext cx="15496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EC72514-0065-CC8C-F5CA-038EC5135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782" y="3034084"/>
                <a:ext cx="1549666" cy="369332"/>
              </a:xfrm>
              <a:prstGeom prst="rect">
                <a:avLst/>
              </a:prstGeom>
              <a:blipFill>
                <a:blip r:embed="rId11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8D0DB5-28E5-7BF3-382E-754E8F05204A}"/>
                  </a:ext>
                </a:extLst>
              </p:cNvPr>
              <p:cNvSpPr txBox="1"/>
              <p:nvPr/>
            </p:nvSpPr>
            <p:spPr>
              <a:xfrm>
                <a:off x="9432895" y="3034084"/>
                <a:ext cx="15496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B8D0DB5-28E5-7BF3-382E-754E8F052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895" y="3034084"/>
                <a:ext cx="1549666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019241-785A-EB4A-9BC2-D644456DEB90}"/>
              </a:ext>
            </a:extLst>
          </p:cNvPr>
          <p:cNvCxnSpPr>
            <a:cxnSpLocks/>
          </p:cNvCxnSpPr>
          <p:nvPr/>
        </p:nvCxnSpPr>
        <p:spPr>
          <a:xfrm flipH="1">
            <a:off x="5986435" y="4498494"/>
            <a:ext cx="1999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62319A-0FF9-0FAF-28C1-2425EE6F1ADD}"/>
                  </a:ext>
                </a:extLst>
              </p:cNvPr>
              <p:cNvSpPr txBox="1"/>
              <p:nvPr/>
            </p:nvSpPr>
            <p:spPr>
              <a:xfrm>
                <a:off x="4712216" y="4674230"/>
                <a:ext cx="143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62319A-0FF9-0FAF-28C1-2425EE6F1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216" y="4674230"/>
                <a:ext cx="1434164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03919D-47E9-E7A2-6819-2E79B43BB39C}"/>
                  </a:ext>
                </a:extLst>
              </p:cNvPr>
              <p:cNvSpPr txBox="1"/>
              <p:nvPr/>
            </p:nvSpPr>
            <p:spPr>
              <a:xfrm>
                <a:off x="5109402" y="3836918"/>
                <a:ext cx="10369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03919D-47E9-E7A2-6819-2E79B43BB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402" y="3836918"/>
                <a:ext cx="1036978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F9E7872-BC7E-0BEB-F6AE-5B8ED6F0C6E5}"/>
              </a:ext>
            </a:extLst>
          </p:cNvPr>
          <p:cNvSpPr txBox="1"/>
          <p:nvPr/>
        </p:nvSpPr>
        <p:spPr>
          <a:xfrm>
            <a:off x="7719462" y="2646176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587148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4373C1-61C0-5069-3C92-B7459A5C3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E070C-00F5-3A1E-D37D-98567FFC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Conflict and Agreement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970E30D9-3C25-110A-A927-09D5C27B79F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Conflict</a:t>
                </a:r>
                <a:r>
                  <a:rPr lang="en-US" dirty="0"/>
                  <a:t> occurs when the result of intersecting two distinct </a:t>
                </a:r>
                <a:r>
                  <a:rPr lang="en-US" dirty="0" err="1"/>
                  <a:t>focals</a:t>
                </a:r>
                <a:r>
                  <a:rPr lang="en-US" dirty="0"/>
                  <a:t> (during the fusion process) produces the empty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/>
                  <a:t>Agreement</a:t>
                </a:r>
                <a:r>
                  <a:rPr lang="en-US" dirty="0"/>
                  <a:t> is when the result of intersecting two distinct </a:t>
                </a:r>
                <a:r>
                  <a:rPr lang="en-US" dirty="0" err="1"/>
                  <a:t>focals</a:t>
                </a:r>
                <a:r>
                  <a:rPr lang="en-US" dirty="0"/>
                  <a:t> (during the fusion process) DOES NOT produce the empty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example: </a:t>
                </a:r>
              </a:p>
              <a:p>
                <a:pPr marL="552440" lvl="1" indent="-342900"/>
                <a:r>
                  <a:rPr lang="en-US" sz="1600" dirty="0"/>
                  <a:t>Let</a:t>
                </a:r>
                <a:r>
                  <a:rPr lang="en-US" sz="1600" b="0" dirty="0"/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nor/>
                      </m:rPr>
                      <a:rPr lang="en-US" sz="1600" dirty="0"/>
                      <m:t>,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dirty="0"/>
              </a:p>
              <a:p>
                <a:pPr marL="552440" lvl="1" indent="-342900"/>
                <a:r>
                  <a:rPr lang="en-US" sz="1600" dirty="0"/>
                  <a:t>The conflicting </a:t>
                </a:r>
                <a:r>
                  <a:rPr lang="en-US" sz="1600" dirty="0" err="1"/>
                  <a:t>focals</a:t>
                </a:r>
                <a:r>
                  <a:rPr lang="en-US" sz="1600" dirty="0"/>
                  <a:t>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600" dirty="0"/>
                  <a:t>.</a:t>
                </a:r>
              </a:p>
              <a:p>
                <a:pPr marL="552440" lvl="1" indent="-342900"/>
                <a:r>
                  <a:rPr lang="en-US" sz="1600" dirty="0"/>
                  <a:t>The agreeing </a:t>
                </a:r>
                <a:r>
                  <a:rPr lang="en-US" sz="1600" dirty="0" err="1"/>
                  <a:t>focals</a:t>
                </a:r>
                <a:r>
                  <a:rPr lang="en-US" sz="1600" dirty="0"/>
                  <a:t> are:</a:t>
                </a:r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sz="1600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sz="1600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/>
                  <a:t> 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970E30D9-3C25-110A-A927-09D5C27B7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886" r="-225" b="-13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43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4373C1-61C0-5069-3C92-B7459A5C3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9E070C-00F5-3A1E-D37D-98567FFC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Root Propositions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970E30D9-3C25-110A-A927-09D5C27B79F9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 </a:t>
                </a:r>
                <a:r>
                  <a:rPr lang="en-US" sz="1600" i="1" dirty="0"/>
                  <a:t>root proposition, notated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i="1" dirty="0"/>
                  <a:t>, </a:t>
                </a:r>
                <a:r>
                  <a:rPr lang="en-US" sz="1600" dirty="0"/>
                  <a:t> are a set of elements within the </a:t>
                </a:r>
                <a:r>
                  <a:rPr lang="en-US" sz="1600" dirty="0" err="1"/>
                  <a:t>FoD</a:t>
                </a:r>
                <a:r>
                  <a:rPr lang="en-US" sz="1600" dirty="0"/>
                  <a:t> that cannot be distilled any further within the fusion process without resulting in conflict [</a:t>
                </a:r>
                <a:r>
                  <a:rPr lang="en-US" sz="1600" dirty="0">
                    <a:hlinkClick r:id="rId2" action="ppaction://hlinksldjump"/>
                  </a:rPr>
                  <a:t>6</a:t>
                </a:r>
                <a:r>
                  <a:rPr lang="en-US" sz="1600" dirty="0"/>
                  <a:t>].  For all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∈{1..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and all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, where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is the number of sources being fused,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 creates a set of all </a:t>
                </a:r>
                <a:br>
                  <a:rPr lang="en-US" sz="1600" dirty="0"/>
                </a:br>
                <a:r>
                  <a:rPr lang="en-US" sz="1600" dirty="0"/>
                  <a:t>combinations of sources, and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is the</a:t>
                </a:r>
                <a:br>
                  <a:rPr lang="en-US" sz="1600" dirty="0"/>
                </a:b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1600" dirty="0"/>
                  <a:t> expert’s focal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such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that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 &amp; 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𝑂𝑅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1≡</m:t>
                      </m:r>
                      <m:nary>
                        <m:naryPr>
                          <m:chr m:val="⋂"/>
                          <m:supHide m:val="on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≠∅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𝐴𝑔𝑟𝑒𝑒𝑚𝑒𝑛𝑡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1,..,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𝑆𝑜𝑢𝑟𝑐𝑒𝑠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𝐶𝑜𝑛𝑓𝑙𝑖𝑐𝑡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⋂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∅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union of root propositions, notated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⊔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, is</a:t>
                </a:r>
                <a:br>
                  <a:rPr lang="en-US" sz="1600" dirty="0"/>
                </a:br>
                <a:r>
                  <a:rPr lang="en-US" sz="1600" dirty="0"/>
                  <a:t>the union of all elements in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[</a:t>
                </a:r>
                <a:r>
                  <a:rPr lang="en-US" sz="1600" dirty="0">
                    <a:hlinkClick r:id="rId2" action="ppaction://hlinksldjump"/>
                  </a:rPr>
                  <a:t>6</a:t>
                </a:r>
                <a:r>
                  <a:rPr lang="en-US" sz="1600" dirty="0"/>
                  <a:t>]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⊔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970E30D9-3C25-110A-A927-09D5C27B79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225" t="-380" r="-394" b="-9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1FD7B25-7673-5551-781E-2A7D64E4E5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310033"/>
                  </p:ext>
                </p:extLst>
              </p:nvPr>
            </p:nvGraphicFramePr>
            <p:xfrm>
              <a:off x="5776856" y="2217513"/>
              <a:ext cx="6190428" cy="4037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3476">
                      <a:extLst>
                        <a:ext uri="{9D8B030D-6E8A-4147-A177-3AD203B41FA5}">
                          <a16:colId xmlns:a16="http://schemas.microsoft.com/office/drawing/2014/main" val="3477446658"/>
                        </a:ext>
                      </a:extLst>
                    </a:gridCol>
                    <a:gridCol w="2063476">
                      <a:extLst>
                        <a:ext uri="{9D8B030D-6E8A-4147-A177-3AD203B41FA5}">
                          <a16:colId xmlns:a16="http://schemas.microsoft.com/office/drawing/2014/main" val="1164179780"/>
                        </a:ext>
                      </a:extLst>
                    </a:gridCol>
                    <a:gridCol w="2063476">
                      <a:extLst>
                        <a:ext uri="{9D8B030D-6E8A-4147-A177-3AD203B41FA5}">
                          <a16:colId xmlns:a16="http://schemas.microsoft.com/office/drawing/2014/main" val="2702377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Fused BBAs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⊓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⊔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85566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955701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82286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marL="0" marR="0" lvl="0" indent="0" algn="l" defTabSz="82286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490134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9259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82286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68336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oMath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∪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822862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654619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1FD7B25-7673-5551-781E-2A7D64E4E5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6310033"/>
                  </p:ext>
                </p:extLst>
              </p:nvPr>
            </p:nvGraphicFramePr>
            <p:xfrm>
              <a:off x="5776856" y="2217513"/>
              <a:ext cx="6190428" cy="40375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3476">
                      <a:extLst>
                        <a:ext uri="{9D8B030D-6E8A-4147-A177-3AD203B41FA5}">
                          <a16:colId xmlns:a16="http://schemas.microsoft.com/office/drawing/2014/main" val="3477446658"/>
                        </a:ext>
                      </a:extLst>
                    </a:gridCol>
                    <a:gridCol w="2063476">
                      <a:extLst>
                        <a:ext uri="{9D8B030D-6E8A-4147-A177-3AD203B41FA5}">
                          <a16:colId xmlns:a16="http://schemas.microsoft.com/office/drawing/2014/main" val="1164179780"/>
                        </a:ext>
                      </a:extLst>
                    </a:gridCol>
                    <a:gridCol w="2063476">
                      <a:extLst>
                        <a:ext uri="{9D8B030D-6E8A-4147-A177-3AD203B41FA5}">
                          <a16:colId xmlns:a16="http://schemas.microsoft.com/office/drawing/2014/main" val="27023775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Fused BBAs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3279" r="-100590" b="-9918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3279" r="-590" b="-991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5566592"/>
                      </a:ext>
                    </a:extLst>
                  </a:tr>
                  <a:tr h="5852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" t="-65625" r="-200590" b="-530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65625" r="-100590" b="-530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65625" r="-590" b="-530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5570199"/>
                      </a:ext>
                    </a:extLst>
                  </a:tr>
                  <a:tr h="8321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" t="-116058" r="-200590" b="-2715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116058" r="-100590" b="-2715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116058" r="-590" b="-2715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013487"/>
                      </a:ext>
                    </a:extLst>
                  </a:tr>
                  <a:tr h="5852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" t="-308333" r="-200590" b="-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308333" r="-100590" b="-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308333" r="-590" b="-28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9259007"/>
                      </a:ext>
                    </a:extLst>
                  </a:tr>
                  <a:tr h="8321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" t="-286131" r="-200590" b="-1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286131" r="-100590" b="-10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286131" r="-590" b="-10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833631"/>
                      </a:ext>
                    </a:extLst>
                  </a:tr>
                  <a:tr h="8321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5" t="-386131" r="-200590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5" t="-386131" r="-100590" b="-14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295" t="-386131" r="-590" b="-14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54619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4166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ECB7A-6D68-0003-2EE9-CF588B847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B8FB7F-B8B3-7FED-E922-83969BD6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51F5F40-1DA0-6FBE-DA21-42180FFBAD3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05179" cy="4820025"/>
              </a:xfrm>
            </p:spPr>
            <p:txBody>
              <a:bodyPr/>
              <a:lstStyle/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Power Set: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Basic belief assignment: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Basic belief mass:</a:t>
                </a:r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Focal: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Committed vs uncommitted vs vacuous belief: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vs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vs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Cardinality: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Plausibility and Contour Functions: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Conjunctive rule of combination: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Conflict: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Agreement: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Root Propositions: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⊓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51F5F40-1DA0-6FBE-DA21-42180FFBA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05179" cy="4820025"/>
              </a:xfrm>
              <a:blipFill>
                <a:blip r:embed="rId2"/>
                <a:stretch>
                  <a:fillRect l="-490" t="-633" b="-9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D1681D8-2CCB-77A1-7255-B588348939CA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127861" y="2690464"/>
            <a:ext cx="1955811" cy="181828"/>
          </a:xfrm>
          <a:prstGeom prst="bentConnector4">
            <a:avLst>
              <a:gd name="adj1" fmla="val 47549"/>
              <a:gd name="adj2" fmla="val -25723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7FCF133E-C7C0-FFF1-D70D-407FB64F703B}"/>
              </a:ext>
            </a:extLst>
          </p:cNvPr>
          <p:cNvSpPr/>
          <p:nvPr/>
        </p:nvSpPr>
        <p:spPr>
          <a:xfrm rot="16200000">
            <a:off x="4987794" y="2220974"/>
            <a:ext cx="191756" cy="747224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12688C-B10F-A4D7-0E4D-207FD923AE04}"/>
              </a:ext>
            </a:extLst>
          </p:cNvPr>
          <p:cNvSpPr/>
          <p:nvPr/>
        </p:nvSpPr>
        <p:spPr>
          <a:xfrm>
            <a:off x="3359425" y="2961862"/>
            <a:ext cx="178905" cy="272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5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4DAA1-77B2-80D6-959D-C3AC22ABD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Transformations: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Pignistic</a:t>
            </a:r>
            <a:r>
              <a:rPr lang="en-US" sz="1800" dirty="0"/>
              <a:t> Transform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Inverse </a:t>
            </a:r>
            <a:r>
              <a:rPr lang="en-US" sz="1800" dirty="0" err="1"/>
              <a:t>Pignisitic</a:t>
            </a:r>
            <a:r>
              <a:rPr lang="en-US" sz="1800" dirty="0"/>
              <a:t> Transform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Consonant Belief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30CD9-D13E-0C6E-F574-28760EAE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0B274E4-2D30-BC4C-38E1-9B95AF9BC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53576"/>
              </p:ext>
            </p:extLst>
          </p:nvPr>
        </p:nvGraphicFramePr>
        <p:xfrm>
          <a:off x="542223" y="-319862"/>
          <a:ext cx="10488329" cy="188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3E6B0603-2725-4328-8729-0D5ABA86FE40}"/>
              </a:ext>
            </a:extLst>
          </p:cNvPr>
          <p:cNvGrpSpPr/>
          <p:nvPr/>
        </p:nvGrpSpPr>
        <p:grpSpPr>
          <a:xfrm>
            <a:off x="5786387" y="2840958"/>
            <a:ext cx="6034145" cy="1176083"/>
            <a:chOff x="3359425" y="4405058"/>
            <a:chExt cx="4691524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75474B-A68A-FFAD-C453-27558EF697FC}"/>
                    </a:ext>
                  </a:extLst>
                </p:cNvPr>
                <p:cNvSpPr/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BBA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A75474B-A68A-FFAD-C453-27558EF697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CBDCED0-DC1E-353E-BB6B-8BD052DF406C}"/>
                    </a:ext>
                  </a:extLst>
                </p:cNvPr>
                <p:cNvSpPr/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CF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CBDCED0-DC1E-353E-BB6B-8BD052DF40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D0E9783A-4CE1-0137-FCA6-DD4D447D8A61}"/>
                    </a:ext>
                  </a:extLst>
                </p:cNvPr>
                <p:cNvSpPr/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D0E9783A-4CE1-0137-FCA6-DD4D447D8A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13EDC0-6F7F-251F-BB1F-A56360747DA4}"/>
                </a:ext>
              </a:extLst>
            </p:cNvPr>
            <p:cNvGrpSpPr/>
            <p:nvPr/>
          </p:nvGrpSpPr>
          <p:grpSpPr>
            <a:xfrm>
              <a:off x="4241474" y="4439431"/>
              <a:ext cx="1038225" cy="845654"/>
              <a:chOff x="4233884" y="5032605"/>
              <a:chExt cx="1001603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Arrow: Left 19">
                    <a:extLst>
                      <a:ext uri="{FF2B5EF4-FFF2-40B4-BE49-F238E27FC236}">
                        <a16:creationId xmlns:a16="http://schemas.microsoft.com/office/drawing/2014/main" id="{B7796C2F-E144-B291-629B-7692665EF4AD}"/>
                      </a:ext>
                    </a:extLst>
                  </p:cNvPr>
                  <p:cNvSpPr/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92D050"/>
                      </a:gs>
                      <a:gs pos="100000">
                        <a:srgbClr val="00B0F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Arrow: Left 19">
                    <a:extLst>
                      <a:ext uri="{FF2B5EF4-FFF2-40B4-BE49-F238E27FC236}">
                        <a16:creationId xmlns:a16="http://schemas.microsoft.com/office/drawing/2014/main" id="{B7796C2F-E144-B291-629B-7692665EF4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Arrow: Left 20">
                    <a:extLst>
                      <a:ext uri="{FF2B5EF4-FFF2-40B4-BE49-F238E27FC236}">
                        <a16:creationId xmlns:a16="http://schemas.microsoft.com/office/drawing/2014/main" id="{DF88A0A7-CBEC-58B2-4F0A-40F9C5A345B4}"/>
                      </a:ext>
                    </a:extLst>
                  </p:cNvPr>
                  <p:cNvSpPr/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00B0F0"/>
                      </a:gs>
                      <a:gs pos="50000">
                        <a:srgbClr val="92D050"/>
                      </a:gs>
                      <a:gs pos="100000">
                        <a:srgbClr val="FFFF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Arrow: Left 20">
                    <a:extLst>
                      <a:ext uri="{FF2B5EF4-FFF2-40B4-BE49-F238E27FC236}">
                        <a16:creationId xmlns:a16="http://schemas.microsoft.com/office/drawing/2014/main" id="{DF88A0A7-CBEC-58B2-4F0A-40F9C5A345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CB78C5F-9AD5-4412-E7F7-F3E3DC445BA5}"/>
                </a:ext>
              </a:extLst>
            </p:cNvPr>
            <p:cNvGrpSpPr/>
            <p:nvPr/>
          </p:nvGrpSpPr>
          <p:grpSpPr>
            <a:xfrm>
              <a:off x="6126898" y="4451926"/>
              <a:ext cx="1038227" cy="845654"/>
              <a:chOff x="4219593" y="5032605"/>
              <a:chExt cx="1001605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Arrow: Left 17">
                    <a:extLst>
                      <a:ext uri="{FF2B5EF4-FFF2-40B4-BE49-F238E27FC236}">
                        <a16:creationId xmlns:a16="http://schemas.microsoft.com/office/drawing/2014/main" id="{C369C865-0198-ABDE-06D5-9B0B1E4054A8}"/>
                      </a:ext>
                    </a:extLst>
                  </p:cNvPr>
                  <p:cNvSpPr/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0000"/>
                      </a:gs>
                      <a:gs pos="50000">
                        <a:srgbClr val="FFC000"/>
                      </a:gs>
                      <a:gs pos="100000">
                        <a:srgbClr val="FFFF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</a:p>
                </p:txBody>
              </p:sp>
            </mc:Choice>
            <mc:Fallback xmlns="">
              <p:sp>
                <p:nvSpPr>
                  <p:cNvPr id="18" name="Arrow: Left 17">
                    <a:extLst>
                      <a:ext uri="{FF2B5EF4-FFF2-40B4-BE49-F238E27FC236}">
                        <a16:creationId xmlns:a16="http://schemas.microsoft.com/office/drawing/2014/main" id="{C369C865-0198-ABDE-06D5-9B0B1E4054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Arrow: Left 18">
                    <a:extLst>
                      <a:ext uri="{FF2B5EF4-FFF2-40B4-BE49-F238E27FC236}">
                        <a16:creationId xmlns:a16="http://schemas.microsoft.com/office/drawing/2014/main" id="{76F8497F-9356-309B-0CAF-8CDCE7FF49FC}"/>
                      </a:ext>
                    </a:extLst>
                  </p:cNvPr>
                  <p:cNvSpPr/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FFC000"/>
                      </a:gs>
                      <a:gs pos="100000">
                        <a:srgbClr val="FF00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𝐶𝐵𝐹</m:t>
                          </m:r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Arrow: Left 18">
                    <a:extLst>
                      <a:ext uri="{FF2B5EF4-FFF2-40B4-BE49-F238E27FC236}">
                        <a16:creationId xmlns:a16="http://schemas.microsoft.com/office/drawing/2014/main" id="{76F8497F-9356-309B-0CAF-8CDCE7FF49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5EE9DFF-CE32-A75C-D50E-D5BE77A4E062}"/>
              </a:ext>
            </a:extLst>
          </p:cNvPr>
          <p:cNvSpPr txBox="1"/>
          <p:nvPr/>
        </p:nvSpPr>
        <p:spPr>
          <a:xfrm>
            <a:off x="655446" y="64741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*Note: These transformations are lossy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646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>
            <a:extLst>
              <a:ext uri="{FF2B5EF4-FFF2-40B4-BE49-F238E27FC236}">
                <a16:creationId xmlns:a16="http://schemas.microsoft.com/office/drawing/2014/main" id="{F15D2AA2-CAB3-0273-1586-69F16578D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23" y="5732026"/>
            <a:ext cx="3510433" cy="690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76BED85-F80F-28FD-7FE4-D6628393855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Transforming credal information into </a:t>
                </a:r>
                <a:r>
                  <a:rPr lang="en-US" dirty="0" err="1"/>
                  <a:t>pignistic</a:t>
                </a:r>
                <a:r>
                  <a:rPr lang="en-US" dirty="0"/>
                  <a:t> information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607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𝐵𝑒𝑡𝑃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∩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For example:</a:t>
                </a:r>
              </a:p>
              <a:p>
                <a:pPr marL="552440" lvl="1" indent="-342900"/>
                <a:r>
                  <a:rPr lang="en-US" sz="1600" dirty="0"/>
                  <a:t>Let</a:t>
                </a:r>
                <a:r>
                  <a:rPr lang="en-US" sz="1600" b="0" dirty="0"/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dirty="0"/>
              </a:p>
              <a:p>
                <a:pPr marL="552440" lvl="1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0.25,0.75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76BED85-F80F-28FD-7FE4-D662839385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732" t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233B80C-A221-4493-E82B-A7FF0437ECED}"/>
              </a:ext>
            </a:extLst>
          </p:cNvPr>
          <p:cNvCxnSpPr>
            <a:endCxn id="25" idx="4"/>
          </p:cNvCxnSpPr>
          <p:nvPr/>
        </p:nvCxnSpPr>
        <p:spPr>
          <a:xfrm flipV="1">
            <a:off x="9437704" y="2727563"/>
            <a:ext cx="0" cy="359999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1876-06F2-51B0-B1C2-0C3FB5AFE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7E5D9E-096C-F7E4-4625-F2030A0C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</a:t>
            </a:r>
            <a:r>
              <a:rPr lang="en-US" sz="3200" dirty="0"/>
              <a:t>: </a:t>
            </a:r>
            <a:r>
              <a:rPr lang="en-US" sz="3200" dirty="0" err="1"/>
              <a:t>Pignistic</a:t>
            </a:r>
            <a:r>
              <a:rPr lang="en-US" sz="3200" dirty="0"/>
              <a:t> Transformatio</a:t>
            </a:r>
            <a:r>
              <a:rPr lang="en-US" dirty="0"/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915219-D680-2FC6-5D67-57A9C8319D19}"/>
                  </a:ext>
                </a:extLst>
              </p:cNvPr>
              <p:cNvSpPr/>
              <p:nvPr/>
            </p:nvSpPr>
            <p:spPr>
              <a:xfrm>
                <a:off x="5609445" y="2147165"/>
                <a:ext cx="914400" cy="914400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915219-D680-2FC6-5D67-57A9C8319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445" y="2147165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31D9AB-08C1-C87F-7C9D-A721087F3A03}"/>
                  </a:ext>
                </a:extLst>
              </p:cNvPr>
              <p:cNvSpPr/>
              <p:nvPr/>
            </p:nvSpPr>
            <p:spPr>
              <a:xfrm>
                <a:off x="5208275" y="3061565"/>
                <a:ext cx="1710365" cy="91440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131D9AB-08C1-C87F-7C9D-A721087F3A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275" y="3061565"/>
                <a:ext cx="1710365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EFCBE5EB-BE7D-A66F-EEBA-85F0F28C1FF7}"/>
              </a:ext>
            </a:extLst>
          </p:cNvPr>
          <p:cNvGrpSpPr/>
          <p:nvPr/>
        </p:nvGrpSpPr>
        <p:grpSpPr>
          <a:xfrm>
            <a:off x="11125931" y="4534500"/>
            <a:ext cx="612648" cy="1523845"/>
            <a:chOff x="6849015" y="5193474"/>
            <a:chExt cx="612648" cy="15238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Flowchart: Stored Data 8">
                  <a:extLst>
                    <a:ext uri="{FF2B5EF4-FFF2-40B4-BE49-F238E27FC236}">
                      <a16:creationId xmlns:a16="http://schemas.microsoft.com/office/drawing/2014/main" id="{DF906D29-975E-7AD0-1C3C-2C4A69B80100}"/>
                    </a:ext>
                  </a:extLst>
                </p:cNvPr>
                <p:cNvSpPr/>
                <p:nvPr/>
              </p:nvSpPr>
              <p:spPr>
                <a:xfrm rot="16200000">
                  <a:off x="6498608" y="5754264"/>
                  <a:ext cx="1313462" cy="612648"/>
                </a:xfrm>
                <a:prstGeom prst="flowChartOnlineStorage">
                  <a:avLst/>
                </a:prstGeom>
                <a:solidFill>
                  <a:srgbClr val="00B0F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Flowchart: Stored Data 8">
                  <a:extLst>
                    <a:ext uri="{FF2B5EF4-FFF2-40B4-BE49-F238E27FC236}">
                      <a16:creationId xmlns:a16="http://schemas.microsoft.com/office/drawing/2014/main" id="{DF906D29-975E-7AD0-1C3C-2C4A69B801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498608" y="5754264"/>
                  <a:ext cx="1313462" cy="612648"/>
                </a:xfrm>
                <a:prstGeom prst="flowChartOnlineStorag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9D88182-88E1-54B0-48C6-CF9B3DF99CF4}"/>
                </a:ext>
              </a:extLst>
            </p:cNvPr>
            <p:cNvSpPr/>
            <p:nvPr/>
          </p:nvSpPr>
          <p:spPr>
            <a:xfrm>
              <a:off x="6849015" y="5193474"/>
              <a:ext cx="612648" cy="420763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Arrow: Down 10">
            <a:extLst>
              <a:ext uri="{FF2B5EF4-FFF2-40B4-BE49-F238E27FC236}">
                <a16:creationId xmlns:a16="http://schemas.microsoft.com/office/drawing/2014/main" id="{23E5BB0F-9B7A-3DDA-4343-E108500B4C37}"/>
              </a:ext>
            </a:extLst>
          </p:cNvPr>
          <p:cNvSpPr/>
          <p:nvPr/>
        </p:nvSpPr>
        <p:spPr>
          <a:xfrm rot="16200000">
            <a:off x="7568051" y="2906181"/>
            <a:ext cx="484632" cy="1390191"/>
          </a:xfrm>
          <a:prstGeom prst="down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04E28E-0315-33BB-903C-C74108CEDFAE}"/>
              </a:ext>
            </a:extLst>
          </p:cNvPr>
          <p:cNvGrpSpPr/>
          <p:nvPr/>
        </p:nvGrpSpPr>
        <p:grpSpPr>
          <a:xfrm>
            <a:off x="9078312" y="4534500"/>
            <a:ext cx="612648" cy="1523845"/>
            <a:chOff x="8728365" y="5193474"/>
            <a:chExt cx="612648" cy="15238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Flowchart: Stored Data 11">
                  <a:extLst>
                    <a:ext uri="{FF2B5EF4-FFF2-40B4-BE49-F238E27FC236}">
                      <a16:creationId xmlns:a16="http://schemas.microsoft.com/office/drawing/2014/main" id="{C06CA28C-86D9-F418-8465-FB2FD1A20346}"/>
                    </a:ext>
                  </a:extLst>
                </p:cNvPr>
                <p:cNvSpPr/>
                <p:nvPr/>
              </p:nvSpPr>
              <p:spPr>
                <a:xfrm rot="16200000">
                  <a:off x="8377958" y="5754264"/>
                  <a:ext cx="1313462" cy="612648"/>
                </a:xfrm>
                <a:prstGeom prst="flowChartOnlineStorag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Flowchart: Stored Data 11">
                  <a:extLst>
                    <a:ext uri="{FF2B5EF4-FFF2-40B4-BE49-F238E27FC236}">
                      <a16:creationId xmlns:a16="http://schemas.microsoft.com/office/drawing/2014/main" id="{C06CA28C-86D9-F418-8465-FB2FD1A203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8377958" y="5754264"/>
                  <a:ext cx="1313462" cy="612648"/>
                </a:xfrm>
                <a:prstGeom prst="flowChartOnlineStorag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D6EA7D7-17C1-C2A8-1BF9-D96D442C51EA}"/>
                </a:ext>
              </a:extLst>
            </p:cNvPr>
            <p:cNvSpPr/>
            <p:nvPr/>
          </p:nvSpPr>
          <p:spPr>
            <a:xfrm>
              <a:off x="8728365" y="5193474"/>
              <a:ext cx="612648" cy="420763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78080C-207C-CB8F-C73E-70320802283C}"/>
              </a:ext>
            </a:extLst>
          </p:cNvPr>
          <p:cNvGrpSpPr/>
          <p:nvPr/>
        </p:nvGrpSpPr>
        <p:grpSpPr>
          <a:xfrm>
            <a:off x="8702094" y="3058751"/>
            <a:ext cx="1726395" cy="927369"/>
            <a:chOff x="9838588" y="2816437"/>
            <a:chExt cx="1726395" cy="927369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7914C98-0034-2509-2F44-3C1A12EA2AC8}"/>
                </a:ext>
              </a:extLst>
            </p:cNvPr>
            <p:cNvSpPr/>
            <p:nvPr/>
          </p:nvSpPr>
          <p:spPr>
            <a:xfrm flipH="1" flipV="1">
              <a:off x="9838588" y="2816437"/>
              <a:ext cx="1710365" cy="927369"/>
            </a:xfrm>
            <a:prstGeom prst="triangle">
              <a:avLst>
                <a:gd name="adj" fmla="val 0"/>
              </a:avLst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1F23EBE-353B-5A75-96E3-A0E9CF4A575A}"/>
                    </a:ext>
                  </a:extLst>
                </p:cNvPr>
                <p:cNvSpPr txBox="1"/>
                <p:nvPr/>
              </p:nvSpPr>
              <p:spPr>
                <a:xfrm rot="1800000">
                  <a:off x="10308833" y="2981398"/>
                  <a:ext cx="1256150" cy="4380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2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1F23EBE-353B-5A75-96E3-A0E9CF4A5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0000">
                  <a:off x="10308833" y="2981398"/>
                  <a:ext cx="1256150" cy="43800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5FD3A13-941C-B4A7-9E51-4417F66B97FA}"/>
              </a:ext>
            </a:extLst>
          </p:cNvPr>
          <p:cNvGrpSpPr/>
          <p:nvPr/>
        </p:nvGrpSpPr>
        <p:grpSpPr>
          <a:xfrm>
            <a:off x="8579587" y="3061565"/>
            <a:ext cx="1816986" cy="914400"/>
            <a:chOff x="9731967" y="3670568"/>
            <a:chExt cx="1816986" cy="91440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E039842-B4C8-8C5C-2ADC-925588D05BAD}"/>
                </a:ext>
              </a:extLst>
            </p:cNvPr>
            <p:cNvSpPr/>
            <p:nvPr/>
          </p:nvSpPr>
          <p:spPr>
            <a:xfrm>
              <a:off x="9842865" y="3670568"/>
              <a:ext cx="1706088" cy="914400"/>
            </a:xfrm>
            <a:prstGeom prst="triangle">
              <a:avLst>
                <a:gd name="adj" fmla="val 0"/>
              </a:avLst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B4B27AD-7B23-2CCC-D869-B5769FF35DDE}"/>
                    </a:ext>
                  </a:extLst>
                </p:cNvPr>
                <p:cNvSpPr txBox="1"/>
                <p:nvPr/>
              </p:nvSpPr>
              <p:spPr>
                <a:xfrm rot="1800000">
                  <a:off x="9731967" y="3987238"/>
                  <a:ext cx="1354330" cy="43800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2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B4B27AD-7B23-2CCC-D869-B5769FF35D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00000">
                  <a:off x="9731967" y="3987238"/>
                  <a:ext cx="1354330" cy="4380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5EC359D-9B05-8E59-A6F6-9E34AE8FD1A5}"/>
              </a:ext>
            </a:extLst>
          </p:cNvPr>
          <p:cNvSpPr txBox="1"/>
          <p:nvPr/>
        </p:nvSpPr>
        <p:spPr>
          <a:xfrm>
            <a:off x="7048317" y="3416610"/>
            <a:ext cx="1390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Break Apart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FABD56B-0CB1-87C5-0C42-0FF94A70836A}"/>
              </a:ext>
            </a:extLst>
          </p:cNvPr>
          <p:cNvSpPr/>
          <p:nvPr/>
        </p:nvSpPr>
        <p:spPr>
          <a:xfrm>
            <a:off x="8980504" y="1813163"/>
            <a:ext cx="914400" cy="9144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+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6F9ED897-68A0-93A7-6534-EBC91A950882}"/>
              </a:ext>
            </a:extLst>
          </p:cNvPr>
          <p:cNvCxnSpPr>
            <a:stCxn id="7" idx="3"/>
            <a:endCxn id="25" idx="2"/>
          </p:cNvCxnSpPr>
          <p:nvPr/>
        </p:nvCxnSpPr>
        <p:spPr>
          <a:xfrm flipV="1">
            <a:off x="6523845" y="2270363"/>
            <a:ext cx="2456659" cy="334002"/>
          </a:xfrm>
          <a:prstGeom prst="bentConnector3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A5C3AAA-1973-9707-1D12-5061E3A42F40}"/>
              </a:ext>
            </a:extLst>
          </p:cNvPr>
          <p:cNvCxnSpPr>
            <a:cxnSpLocks/>
            <a:stCxn id="25" idx="6"/>
          </p:cNvCxnSpPr>
          <p:nvPr/>
        </p:nvCxnSpPr>
        <p:spPr>
          <a:xfrm>
            <a:off x="9894904" y="2270363"/>
            <a:ext cx="1542259" cy="2482304"/>
          </a:xfrm>
          <a:prstGeom prst="bentConnector2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6C2E03-0906-A0A9-002A-D23BFA798DEC}"/>
              </a:ext>
            </a:extLst>
          </p:cNvPr>
          <p:cNvCxnSpPr>
            <a:cxnSpLocks/>
          </p:cNvCxnSpPr>
          <p:nvPr/>
        </p:nvCxnSpPr>
        <p:spPr>
          <a:xfrm>
            <a:off x="9384636" y="3986120"/>
            <a:ext cx="0" cy="758763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094B5FB-8237-C071-288A-B372980F3542}"/>
              </a:ext>
            </a:extLst>
          </p:cNvPr>
          <p:cNvGrpSpPr/>
          <p:nvPr/>
        </p:nvGrpSpPr>
        <p:grpSpPr>
          <a:xfrm>
            <a:off x="-6375167" y="1896060"/>
            <a:ext cx="6034145" cy="1176083"/>
            <a:chOff x="3359425" y="4405058"/>
            <a:chExt cx="4691524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B2E85FD-8EA6-B8E2-65D1-9FF953B27D03}"/>
                    </a:ext>
                  </a:extLst>
                </p:cNvPr>
                <p:cNvSpPr/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BBA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BB2E85FD-8EA6-B8E2-65D1-9FF953B27D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AC3850B-095A-E8E6-5E2E-FF545611C575}"/>
                    </a:ext>
                  </a:extLst>
                </p:cNvPr>
                <p:cNvSpPr/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CF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AC3850B-095A-E8E6-5E2E-FF545611C5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8DDCA72D-4EA7-D5C5-2B71-A78A10F6DCB7}"/>
                    </a:ext>
                  </a:extLst>
                </p:cNvPr>
                <p:cNvSpPr/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8DDCA72D-4EA7-D5C5-2B71-A78A10F6DC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F03EDB7-939E-2DC3-FC4C-1E33DE92E5FA}"/>
                </a:ext>
              </a:extLst>
            </p:cNvPr>
            <p:cNvGrpSpPr/>
            <p:nvPr/>
          </p:nvGrpSpPr>
          <p:grpSpPr>
            <a:xfrm>
              <a:off x="4241474" y="4439431"/>
              <a:ext cx="1038225" cy="845654"/>
              <a:chOff x="4233884" y="5032605"/>
              <a:chExt cx="1001603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Arrow: Left 49">
                    <a:extLst>
                      <a:ext uri="{FF2B5EF4-FFF2-40B4-BE49-F238E27FC236}">
                        <a16:creationId xmlns:a16="http://schemas.microsoft.com/office/drawing/2014/main" id="{B3387A27-7B30-FEAB-9E89-FA588AE8DF9E}"/>
                      </a:ext>
                    </a:extLst>
                  </p:cNvPr>
                  <p:cNvSpPr/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Arrow: Left 49">
                    <a:extLst>
                      <a:ext uri="{FF2B5EF4-FFF2-40B4-BE49-F238E27FC236}">
                        <a16:creationId xmlns:a16="http://schemas.microsoft.com/office/drawing/2014/main" id="{B3387A27-7B30-FEAB-9E89-FA588AE8DF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Arrow: Left 50">
                    <a:extLst>
                      <a:ext uri="{FF2B5EF4-FFF2-40B4-BE49-F238E27FC236}">
                        <a16:creationId xmlns:a16="http://schemas.microsoft.com/office/drawing/2014/main" id="{39CA429B-4481-1081-065B-298292354243}"/>
                      </a:ext>
                    </a:extLst>
                  </p:cNvPr>
                  <p:cNvSpPr/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51" name="Arrow: Left 50">
                    <a:extLst>
                      <a:ext uri="{FF2B5EF4-FFF2-40B4-BE49-F238E27FC236}">
                        <a16:creationId xmlns:a16="http://schemas.microsoft.com/office/drawing/2014/main" id="{39CA429B-4481-1081-065B-29829235424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5E6927B-7822-D2FC-2C32-1875245D0B9F}"/>
                </a:ext>
              </a:extLst>
            </p:cNvPr>
            <p:cNvGrpSpPr/>
            <p:nvPr/>
          </p:nvGrpSpPr>
          <p:grpSpPr>
            <a:xfrm>
              <a:off x="6126898" y="4451926"/>
              <a:ext cx="1038227" cy="845654"/>
              <a:chOff x="4219593" y="5032605"/>
              <a:chExt cx="1001605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Arrow: Left 47">
                    <a:extLst>
                      <a:ext uri="{FF2B5EF4-FFF2-40B4-BE49-F238E27FC236}">
                        <a16:creationId xmlns:a16="http://schemas.microsoft.com/office/drawing/2014/main" id="{67E8E1AD-6DB9-3471-7610-A8503C2FA6E5}"/>
                      </a:ext>
                    </a:extLst>
                  </p:cNvPr>
                  <p:cNvSpPr/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</a:p>
                </p:txBody>
              </p:sp>
            </mc:Choice>
            <mc:Fallback xmlns="">
              <p:sp>
                <p:nvSpPr>
                  <p:cNvPr id="48" name="Arrow: Left 47">
                    <a:extLst>
                      <a:ext uri="{FF2B5EF4-FFF2-40B4-BE49-F238E27FC236}">
                        <a16:creationId xmlns:a16="http://schemas.microsoft.com/office/drawing/2014/main" id="{67E8E1AD-6DB9-3471-7610-A8503C2FA6E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Arrow: Left 48">
                    <a:extLst>
                      <a:ext uri="{FF2B5EF4-FFF2-40B4-BE49-F238E27FC236}">
                        <a16:creationId xmlns:a16="http://schemas.microsoft.com/office/drawing/2014/main" id="{CF75D610-1E99-EE7C-DED7-3DF60348228B}"/>
                      </a:ext>
                    </a:extLst>
                  </p:cNvPr>
                  <p:cNvSpPr/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FFC000"/>
                      </a:gs>
                      <a:gs pos="100000">
                        <a:srgbClr val="FF00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𝐶𝐵𝐹</m:t>
                          </m:r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Arrow: Left 48">
                    <a:extLst>
                      <a:ext uri="{FF2B5EF4-FFF2-40B4-BE49-F238E27FC236}">
                        <a16:creationId xmlns:a16="http://schemas.microsoft.com/office/drawing/2014/main" id="{CF75D610-1E99-EE7C-DED7-3DF60348228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A4A720C-C1F0-EC39-E33F-8EC2FB88918F}"/>
              </a:ext>
            </a:extLst>
          </p:cNvPr>
          <p:cNvSpPr txBox="1"/>
          <p:nvPr/>
        </p:nvSpPr>
        <p:spPr>
          <a:xfrm>
            <a:off x="655446" y="64741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*Note: These transformations are lossy</a:t>
            </a:r>
            <a:endParaRPr lang="en-US" sz="16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911722D-DEE8-1B56-9810-EE380302B25E}"/>
              </a:ext>
            </a:extLst>
          </p:cNvPr>
          <p:cNvGrpSpPr/>
          <p:nvPr/>
        </p:nvGrpSpPr>
        <p:grpSpPr>
          <a:xfrm>
            <a:off x="-6375167" y="5328626"/>
            <a:ext cx="6034145" cy="1176083"/>
            <a:chOff x="3359425" y="4405058"/>
            <a:chExt cx="4691524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160EDFE-75BC-8819-46F3-C9B47E8B7E95}"/>
                    </a:ext>
                  </a:extLst>
                </p:cNvPr>
                <p:cNvSpPr/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BBA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4160EDFE-75BC-8819-46F3-C9B47E8B7E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2256FF20-18EB-384F-D179-C8BEFBE64991}"/>
                    </a:ext>
                  </a:extLst>
                </p:cNvPr>
                <p:cNvSpPr/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CF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2256FF20-18EB-384F-D179-C8BEFBE649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E5A8579-2366-CE10-8054-5D5014C88579}"/>
                    </a:ext>
                  </a:extLst>
                </p:cNvPr>
                <p:cNvSpPr/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8E5A8579-2366-CE10-8054-5D5014C885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C4CB6E0-AD7B-E413-FC7A-22ABFC44691F}"/>
                </a:ext>
              </a:extLst>
            </p:cNvPr>
            <p:cNvGrpSpPr/>
            <p:nvPr/>
          </p:nvGrpSpPr>
          <p:grpSpPr>
            <a:xfrm>
              <a:off x="4241474" y="4439431"/>
              <a:ext cx="1038225" cy="845654"/>
              <a:chOff x="4233884" y="5032605"/>
              <a:chExt cx="1001603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Arrow: Left 60">
                    <a:extLst>
                      <a:ext uri="{FF2B5EF4-FFF2-40B4-BE49-F238E27FC236}">
                        <a16:creationId xmlns:a16="http://schemas.microsoft.com/office/drawing/2014/main" id="{86D2A6E7-AD7C-1D49-A84A-A23002429FE1}"/>
                      </a:ext>
                    </a:extLst>
                  </p:cNvPr>
                  <p:cNvSpPr/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92D050"/>
                      </a:gs>
                      <a:gs pos="100000">
                        <a:srgbClr val="00B0F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Arrow: Left 60">
                    <a:extLst>
                      <a:ext uri="{FF2B5EF4-FFF2-40B4-BE49-F238E27FC236}">
                        <a16:creationId xmlns:a16="http://schemas.microsoft.com/office/drawing/2014/main" id="{86D2A6E7-AD7C-1D49-A84A-A23002429FE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Arrow: Left 61">
                    <a:extLst>
                      <a:ext uri="{FF2B5EF4-FFF2-40B4-BE49-F238E27FC236}">
                        <a16:creationId xmlns:a16="http://schemas.microsoft.com/office/drawing/2014/main" id="{FA90C205-5355-8F15-104B-14AF6B4B4663}"/>
                      </a:ext>
                    </a:extLst>
                  </p:cNvPr>
                  <p:cNvSpPr/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62" name="Arrow: Left 61">
                    <a:extLst>
                      <a:ext uri="{FF2B5EF4-FFF2-40B4-BE49-F238E27FC236}">
                        <a16:creationId xmlns:a16="http://schemas.microsoft.com/office/drawing/2014/main" id="{FA90C205-5355-8F15-104B-14AF6B4B466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8F24865-CBF6-09EA-8712-4E3501B3CE2F}"/>
                </a:ext>
              </a:extLst>
            </p:cNvPr>
            <p:cNvGrpSpPr/>
            <p:nvPr/>
          </p:nvGrpSpPr>
          <p:grpSpPr>
            <a:xfrm>
              <a:off x="6126898" y="4451926"/>
              <a:ext cx="1038227" cy="845654"/>
              <a:chOff x="4219593" y="5032605"/>
              <a:chExt cx="1001605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Arrow: Left 58">
                    <a:extLst>
                      <a:ext uri="{FF2B5EF4-FFF2-40B4-BE49-F238E27FC236}">
                        <a16:creationId xmlns:a16="http://schemas.microsoft.com/office/drawing/2014/main" id="{E78F0A8F-A293-8913-2B9D-2FC306932F9B}"/>
                      </a:ext>
                    </a:extLst>
                  </p:cNvPr>
                  <p:cNvSpPr/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</a:p>
                </p:txBody>
              </p:sp>
            </mc:Choice>
            <mc:Fallback xmlns="">
              <p:sp>
                <p:nvSpPr>
                  <p:cNvPr id="59" name="Arrow: Left 58">
                    <a:extLst>
                      <a:ext uri="{FF2B5EF4-FFF2-40B4-BE49-F238E27FC236}">
                        <a16:creationId xmlns:a16="http://schemas.microsoft.com/office/drawing/2014/main" id="{E78F0A8F-A293-8913-2B9D-2FC306932F9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Arrow: Left 59">
                    <a:extLst>
                      <a:ext uri="{FF2B5EF4-FFF2-40B4-BE49-F238E27FC236}">
                        <a16:creationId xmlns:a16="http://schemas.microsoft.com/office/drawing/2014/main" id="{42EB48B4-E962-CEB9-D463-066A19F3EC68}"/>
                      </a:ext>
                    </a:extLst>
                  </p:cNvPr>
                  <p:cNvSpPr/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𝐶𝐵𝐹</m:t>
                          </m:r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Arrow: Left 59">
                    <a:extLst>
                      <a:ext uri="{FF2B5EF4-FFF2-40B4-BE49-F238E27FC236}">
                        <a16:creationId xmlns:a16="http://schemas.microsoft.com/office/drawing/2014/main" id="{42EB48B4-E962-CEB9-D463-066A19F3EC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E4D6722-2D6B-5E27-BA54-B91FB70CE3E8}"/>
              </a:ext>
            </a:extLst>
          </p:cNvPr>
          <p:cNvGrpSpPr/>
          <p:nvPr/>
        </p:nvGrpSpPr>
        <p:grpSpPr>
          <a:xfrm>
            <a:off x="-6249545" y="3597237"/>
            <a:ext cx="6034145" cy="1176083"/>
            <a:chOff x="3359425" y="4405058"/>
            <a:chExt cx="4691524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4265EE8-C1F1-EB20-3613-D5C97D3120BC}"/>
                    </a:ext>
                  </a:extLst>
                </p:cNvPr>
                <p:cNvSpPr/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BBA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04265EE8-C1F1-EB20-3613-D5C97D3120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744BAA2-814C-8879-4A2D-2269AA364073}"/>
                    </a:ext>
                  </a:extLst>
                </p:cNvPr>
                <p:cNvSpPr/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CF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744BAA2-814C-8879-4A2D-2269AA3640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CD168FEF-6729-0616-7E6A-4232791714E7}"/>
                    </a:ext>
                  </a:extLst>
                </p:cNvPr>
                <p:cNvSpPr/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CD168FEF-6729-0616-7E6A-4232791714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487718CC-325F-25FD-FC3E-CAC289E46A2C}"/>
                </a:ext>
              </a:extLst>
            </p:cNvPr>
            <p:cNvGrpSpPr/>
            <p:nvPr/>
          </p:nvGrpSpPr>
          <p:grpSpPr>
            <a:xfrm>
              <a:off x="4241474" y="4439431"/>
              <a:ext cx="1038225" cy="845654"/>
              <a:chOff x="4233884" y="5032605"/>
              <a:chExt cx="1001603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Arrow: Left 70">
                    <a:extLst>
                      <a:ext uri="{FF2B5EF4-FFF2-40B4-BE49-F238E27FC236}">
                        <a16:creationId xmlns:a16="http://schemas.microsoft.com/office/drawing/2014/main" id="{5AAA2B02-AF9A-1ED9-29F0-58CABFECF96F}"/>
                      </a:ext>
                    </a:extLst>
                  </p:cNvPr>
                  <p:cNvSpPr/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1" name="Arrow: Left 70">
                    <a:extLst>
                      <a:ext uri="{FF2B5EF4-FFF2-40B4-BE49-F238E27FC236}">
                        <a16:creationId xmlns:a16="http://schemas.microsoft.com/office/drawing/2014/main" id="{5AAA2B02-AF9A-1ED9-29F0-58CABFECF9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Arrow: Left 71">
                    <a:extLst>
                      <a:ext uri="{FF2B5EF4-FFF2-40B4-BE49-F238E27FC236}">
                        <a16:creationId xmlns:a16="http://schemas.microsoft.com/office/drawing/2014/main" id="{4FEBCAD3-AF58-9859-FB47-D10067DA52DB}"/>
                      </a:ext>
                    </a:extLst>
                  </p:cNvPr>
                  <p:cNvSpPr/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00B0F0"/>
                      </a:gs>
                      <a:gs pos="50000">
                        <a:srgbClr val="92D050"/>
                      </a:gs>
                      <a:gs pos="100000">
                        <a:srgbClr val="FFFF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72" name="Arrow: Left 71">
                    <a:extLst>
                      <a:ext uri="{FF2B5EF4-FFF2-40B4-BE49-F238E27FC236}">
                        <a16:creationId xmlns:a16="http://schemas.microsoft.com/office/drawing/2014/main" id="{4FEBCAD3-AF58-9859-FB47-D10067DA52D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B7D487-1091-3C65-76BE-944B5E4F9F4D}"/>
                </a:ext>
              </a:extLst>
            </p:cNvPr>
            <p:cNvGrpSpPr/>
            <p:nvPr/>
          </p:nvGrpSpPr>
          <p:grpSpPr>
            <a:xfrm>
              <a:off x="6126898" y="4451926"/>
              <a:ext cx="1038227" cy="845654"/>
              <a:chOff x="4219593" y="5032605"/>
              <a:chExt cx="1001605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Arrow: Left 68">
                    <a:extLst>
                      <a:ext uri="{FF2B5EF4-FFF2-40B4-BE49-F238E27FC236}">
                        <a16:creationId xmlns:a16="http://schemas.microsoft.com/office/drawing/2014/main" id="{91965204-DD1E-34F3-9057-1F1F1B6E7421}"/>
                      </a:ext>
                    </a:extLst>
                  </p:cNvPr>
                  <p:cNvSpPr/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</a:p>
                </p:txBody>
              </p:sp>
            </mc:Choice>
            <mc:Fallback xmlns="">
              <p:sp>
                <p:nvSpPr>
                  <p:cNvPr id="69" name="Arrow: Left 68">
                    <a:extLst>
                      <a:ext uri="{FF2B5EF4-FFF2-40B4-BE49-F238E27FC236}">
                        <a16:creationId xmlns:a16="http://schemas.microsoft.com/office/drawing/2014/main" id="{91965204-DD1E-34F3-9057-1F1F1B6E742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Arrow: Left 69">
                    <a:extLst>
                      <a:ext uri="{FF2B5EF4-FFF2-40B4-BE49-F238E27FC236}">
                        <a16:creationId xmlns:a16="http://schemas.microsoft.com/office/drawing/2014/main" id="{F64A32F1-1415-9FD4-36B1-4450E0AF2233}"/>
                      </a:ext>
                    </a:extLst>
                  </p:cNvPr>
                  <p:cNvSpPr/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solidFill>
                    <a:schemeClr val="tx2">
                      <a:lumMod val="75000"/>
                      <a:lumOff val="2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𝐶𝐵𝐹</m:t>
                          </m:r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Arrow: Left 69">
                    <a:extLst>
                      <a:ext uri="{FF2B5EF4-FFF2-40B4-BE49-F238E27FC236}">
                        <a16:creationId xmlns:a16="http://schemas.microsoft.com/office/drawing/2014/main" id="{F64A32F1-1415-9FD4-36B1-4450E0AF22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0806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EBF044-6F18-9018-6B36-F48B69A7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C4A969-90EC-8737-6A92-B8BC9C5F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Transformations: Inverse </a:t>
            </a:r>
            <a:r>
              <a:rPr lang="en-US" dirty="0" err="1"/>
              <a:t>Pignistic</a:t>
            </a:r>
            <a:r>
              <a:rPr lang="en-US" dirty="0"/>
              <a:t>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1EF9BFD-4330-89CF-CDFD-1C15B7932CD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Transforming </a:t>
                </a:r>
                <a:r>
                  <a:rPr lang="en-US" dirty="0" err="1"/>
                  <a:t>pignistic</a:t>
                </a:r>
                <a:r>
                  <a:rPr lang="en-US" dirty="0"/>
                  <a:t> information into credal information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en-US" dirty="0"/>
              </a:p>
              <a:p>
                <a:pPr marL="552440" lvl="1" indent="-342900"/>
                <a:r>
                  <a:rPr lang="en-US" dirty="0"/>
                  <a:t>Bayesian: </a:t>
                </a:r>
              </a:p>
              <a:p>
                <a:pPr marL="742950" lvl="1" indent="-515938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𝑒𝑡𝑃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𝑓𝑜𝑟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lvl="1" indent="0">
                  <a:buNone/>
                </a:pPr>
                <a:endParaRPr lang="en-US" dirty="0"/>
              </a:p>
              <a:p>
                <a:pPr marL="552440" lvl="1" indent="-342900"/>
                <a:r>
                  <a:rPr lang="en-US" dirty="0"/>
                  <a:t>Consonant: Let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𝑖𝑠𝑜𝑟𝑡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</m:d>
                  </m:oMath>
                </a14:m>
                <a:endParaRPr lang="en-US" dirty="0"/>
              </a:p>
              <a:p>
                <a:pPr marL="7429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𝑒𝑡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𝐵𝑒𝑡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+1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𝑓𝑜𝑟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smtClean="0">
                                            <a:latin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𝑒𝑡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𝑝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𝑓𝑜𝑟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=|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1EF9BFD-4330-89CF-CDFD-1C15B7932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E9DCFE-ADFA-B4ED-352C-8FBABD63E761}"/>
              </a:ext>
            </a:extLst>
          </p:cNvPr>
          <p:cNvCxnSpPr>
            <a:cxnSpLocks/>
          </p:cNvCxnSpPr>
          <p:nvPr/>
        </p:nvCxnSpPr>
        <p:spPr>
          <a:xfrm flipV="1">
            <a:off x="6927285" y="3598033"/>
            <a:ext cx="0" cy="199994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99D7050-0079-37ED-FC48-FB8769F21F65}"/>
              </a:ext>
            </a:extLst>
          </p:cNvPr>
          <p:cNvSpPr/>
          <p:nvPr/>
        </p:nvSpPr>
        <p:spPr>
          <a:xfrm>
            <a:off x="7165653" y="3946072"/>
            <a:ext cx="312613" cy="1640434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624D95-0109-7905-7A13-6B2432C88110}"/>
              </a:ext>
            </a:extLst>
          </p:cNvPr>
          <p:cNvSpPr/>
          <p:nvPr/>
        </p:nvSpPr>
        <p:spPr>
          <a:xfrm>
            <a:off x="7693575" y="4469737"/>
            <a:ext cx="312612" cy="11167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22489E-FAE0-5EB2-7FD0-4E079624466F}"/>
              </a:ext>
            </a:extLst>
          </p:cNvPr>
          <p:cNvSpPr/>
          <p:nvPr/>
        </p:nvSpPr>
        <p:spPr>
          <a:xfrm>
            <a:off x="8221496" y="4754071"/>
            <a:ext cx="312613" cy="83243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93446-0697-F403-3EA7-8D2082EA5713}"/>
              </a:ext>
            </a:extLst>
          </p:cNvPr>
          <p:cNvSpPr/>
          <p:nvPr/>
        </p:nvSpPr>
        <p:spPr>
          <a:xfrm>
            <a:off x="8749419" y="5336389"/>
            <a:ext cx="312613" cy="250117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F50557-F204-484B-E360-E12E62852155}"/>
              </a:ext>
            </a:extLst>
          </p:cNvPr>
          <p:cNvCxnSpPr>
            <a:cxnSpLocks/>
          </p:cNvCxnSpPr>
          <p:nvPr/>
        </p:nvCxnSpPr>
        <p:spPr>
          <a:xfrm>
            <a:off x="6923377" y="5594067"/>
            <a:ext cx="287986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FD3735-35CE-94C3-C340-FC0D2FFCB0A3}"/>
                  </a:ext>
                </a:extLst>
              </p:cNvPr>
              <p:cNvSpPr txBox="1"/>
              <p:nvPr/>
            </p:nvSpPr>
            <p:spPr>
              <a:xfrm rot="16200000">
                <a:off x="6825484" y="5739666"/>
                <a:ext cx="971708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𝐵𝑒𝑡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FD3735-35CE-94C3-C340-FC0D2FFCB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25484" y="5739666"/>
                <a:ext cx="971708" cy="393121"/>
              </a:xfrm>
              <a:prstGeom prst="rect">
                <a:avLst/>
              </a:prstGeom>
              <a:blipFill>
                <a:blip r:embed="rId3"/>
                <a:stretch>
                  <a:fillRect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0A8068-A1B8-FC7D-53C1-F900AA950C63}"/>
                  </a:ext>
                </a:extLst>
              </p:cNvPr>
              <p:cNvSpPr txBox="1"/>
              <p:nvPr/>
            </p:nvSpPr>
            <p:spPr>
              <a:xfrm rot="16200000">
                <a:off x="7351289" y="5734120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𝐵𝑒𝑡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0A8068-A1B8-FC7D-53C1-F900AA950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351289" y="5734120"/>
                <a:ext cx="971708" cy="404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81DAB8-2B11-1246-B14A-23C12EF901F8}"/>
                  </a:ext>
                </a:extLst>
              </p:cNvPr>
              <p:cNvSpPr txBox="1"/>
              <p:nvPr/>
            </p:nvSpPr>
            <p:spPr>
              <a:xfrm rot="16200000">
                <a:off x="7877094" y="5734120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𝐵𝑒𝑡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81DAB8-2B11-1246-B14A-23C12EF90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77094" y="5734120"/>
                <a:ext cx="971708" cy="404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D1AFD7-6A1F-6270-8BCD-175DE5FE5AF3}"/>
                  </a:ext>
                </a:extLst>
              </p:cNvPr>
              <p:cNvSpPr txBox="1"/>
              <p:nvPr/>
            </p:nvSpPr>
            <p:spPr>
              <a:xfrm rot="16200000">
                <a:off x="8402898" y="5734120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𝐵𝑒𝑡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D1AFD7-6A1F-6270-8BCD-175DE5FE5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02898" y="5734120"/>
                <a:ext cx="971708" cy="404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3AB3C8-086F-B7D8-5484-DD688A027382}"/>
              </a:ext>
            </a:extLst>
          </p:cNvPr>
          <p:cNvCxnSpPr>
            <a:stCxn id="10" idx="0"/>
          </p:cNvCxnSpPr>
          <p:nvPr/>
        </p:nvCxnSpPr>
        <p:spPr>
          <a:xfrm>
            <a:off x="7321960" y="3946072"/>
            <a:ext cx="67408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0C1864C-58C2-796D-E4AA-D03AE2E6892E}"/>
              </a:ext>
            </a:extLst>
          </p:cNvPr>
          <p:cNvCxnSpPr>
            <a:cxnSpLocks/>
            <a:stCxn id="11" idx="0"/>
          </p:cNvCxnSpPr>
          <p:nvPr/>
        </p:nvCxnSpPr>
        <p:spPr>
          <a:xfrm>
            <a:off x="7849881" y="4469737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004930-DE32-C172-B5E9-867A011DE5DD}"/>
              </a:ext>
            </a:extLst>
          </p:cNvPr>
          <p:cNvCxnSpPr>
            <a:cxnSpLocks/>
          </p:cNvCxnSpPr>
          <p:nvPr/>
        </p:nvCxnSpPr>
        <p:spPr>
          <a:xfrm>
            <a:off x="8377804" y="4754071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CA82C8-F525-119A-1261-4DC3B451F3E1}"/>
              </a:ext>
            </a:extLst>
          </p:cNvPr>
          <p:cNvCxnSpPr>
            <a:cxnSpLocks/>
          </p:cNvCxnSpPr>
          <p:nvPr/>
        </p:nvCxnSpPr>
        <p:spPr>
          <a:xfrm>
            <a:off x="8872318" y="5330092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841F61-1CF8-E743-1588-5341FB615556}"/>
              </a:ext>
            </a:extLst>
          </p:cNvPr>
          <p:cNvCxnSpPr>
            <a:stCxn id="11" idx="0"/>
          </p:cNvCxnSpPr>
          <p:nvPr/>
        </p:nvCxnSpPr>
        <p:spPr>
          <a:xfrm flipV="1">
            <a:off x="7849881" y="3946072"/>
            <a:ext cx="0" cy="5236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2B25EF1-0090-2C17-DBF0-FE8D53E47E1C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377803" y="4469737"/>
            <a:ext cx="1" cy="2843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779C664-488F-56F4-8BBD-3B8FD60DAE9C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8905726" y="4766289"/>
            <a:ext cx="0" cy="5701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FCF0C30-C38E-377E-A31D-3629C4F6C3D7}"/>
              </a:ext>
            </a:extLst>
          </p:cNvPr>
          <p:cNvCxnSpPr>
            <a:cxnSpLocks/>
          </p:cNvCxnSpPr>
          <p:nvPr/>
        </p:nvCxnSpPr>
        <p:spPr>
          <a:xfrm flipV="1">
            <a:off x="9400034" y="5330092"/>
            <a:ext cx="0" cy="2447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77D7AE9-5007-182F-EF09-1F0E5570FCC9}"/>
                  </a:ext>
                </a:extLst>
              </p:cNvPr>
              <p:cNvSpPr txBox="1"/>
              <p:nvPr/>
            </p:nvSpPr>
            <p:spPr>
              <a:xfrm>
                <a:off x="7866465" y="4036857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77D7AE9-5007-182F-EF09-1F0E5570F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465" y="4036857"/>
                <a:ext cx="294376" cy="276999"/>
              </a:xfrm>
              <a:prstGeom prst="rect">
                <a:avLst/>
              </a:prstGeom>
              <a:blipFill>
                <a:blip r:embed="rId7"/>
                <a:stretch>
                  <a:fillRect l="-10204" r="-408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6F5C7D7-8194-AE94-5178-97402BCE47A6}"/>
                  </a:ext>
                </a:extLst>
              </p:cNvPr>
              <p:cNvSpPr txBox="1"/>
              <p:nvPr/>
            </p:nvSpPr>
            <p:spPr>
              <a:xfrm>
                <a:off x="8391359" y="4443286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6F5C7D7-8194-AE94-5178-97402BCE4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359" y="4443286"/>
                <a:ext cx="299697" cy="276999"/>
              </a:xfrm>
              <a:prstGeom prst="rect">
                <a:avLst/>
              </a:prstGeom>
              <a:blipFill>
                <a:blip r:embed="rId8"/>
                <a:stretch>
                  <a:fillRect l="-10204" r="-408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4F6CD4-3C5A-3848-EA84-35EDACCE3124}"/>
                  </a:ext>
                </a:extLst>
              </p:cNvPr>
              <p:cNvSpPr txBox="1"/>
              <p:nvPr/>
            </p:nvSpPr>
            <p:spPr>
              <a:xfrm>
                <a:off x="8921574" y="4903588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4F6CD4-3C5A-3848-EA84-35EDACCE3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574" y="4903588"/>
                <a:ext cx="299697" cy="276999"/>
              </a:xfrm>
              <a:prstGeom prst="rect">
                <a:avLst/>
              </a:prstGeom>
              <a:blipFill>
                <a:blip r:embed="rId9"/>
                <a:stretch>
                  <a:fillRect l="-10204" r="-408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7898EA2-B516-5864-7695-C56C723A345B}"/>
                  </a:ext>
                </a:extLst>
              </p:cNvPr>
              <p:cNvSpPr txBox="1"/>
              <p:nvPr/>
            </p:nvSpPr>
            <p:spPr>
              <a:xfrm>
                <a:off x="9451790" y="5256501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7898EA2-B516-5864-7695-C56C723A3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790" y="5256501"/>
                <a:ext cx="299697" cy="276999"/>
              </a:xfrm>
              <a:prstGeom prst="rect">
                <a:avLst/>
              </a:prstGeom>
              <a:blipFill>
                <a:blip r:embed="rId10"/>
                <a:stretch>
                  <a:fillRect l="-10000" r="-40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10CB47-C582-C371-5546-2032A7FF29E1}"/>
                  </a:ext>
                </a:extLst>
              </p:cNvPr>
              <p:cNvSpPr txBox="1"/>
              <p:nvPr/>
            </p:nvSpPr>
            <p:spPr>
              <a:xfrm>
                <a:off x="8247468" y="4018310"/>
                <a:ext cx="1316514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710CB47-C582-C371-5546-2032A7FF2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468" y="4018310"/>
                <a:ext cx="1316514" cy="320537"/>
              </a:xfrm>
              <a:prstGeom prst="rect">
                <a:avLst/>
              </a:prstGeom>
              <a:blipFill>
                <a:blip r:embed="rId11"/>
                <a:stretch>
                  <a:fillRect l="-1852" r="-463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7D073C-D588-1199-393F-1093DAF47619}"/>
                  </a:ext>
                </a:extLst>
              </p:cNvPr>
              <p:cNvSpPr txBox="1"/>
              <p:nvPr/>
            </p:nvSpPr>
            <p:spPr>
              <a:xfrm>
                <a:off x="8911259" y="4393985"/>
                <a:ext cx="2025234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27D073C-D588-1199-393F-1093DAF47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259" y="4393985"/>
                <a:ext cx="2025234" cy="320537"/>
              </a:xfrm>
              <a:prstGeom prst="rect">
                <a:avLst/>
              </a:prstGeom>
              <a:blipFill>
                <a:blip r:embed="rId12"/>
                <a:stretch>
                  <a:fillRect l="-904" r="-301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3B42DC0-2BCF-7C3F-1C17-464E64AB5234}"/>
                  </a:ext>
                </a:extLst>
              </p:cNvPr>
              <p:cNvSpPr txBox="1"/>
              <p:nvPr/>
            </p:nvSpPr>
            <p:spPr>
              <a:xfrm>
                <a:off x="10011979" y="5294042"/>
                <a:ext cx="12695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3B42DC0-2BCF-7C3F-1C17-464E64AB5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979" y="5294042"/>
                <a:ext cx="1269515" cy="276999"/>
              </a:xfrm>
              <a:prstGeom prst="rect">
                <a:avLst/>
              </a:prstGeom>
              <a:blipFill>
                <a:blip r:embed="rId13"/>
                <a:stretch>
                  <a:fillRect l="-1914" r="-957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AD89212-1DC1-60CA-C2E8-3DF5C9FE6B76}"/>
                  </a:ext>
                </a:extLst>
              </p:cNvPr>
              <p:cNvSpPr txBox="1"/>
              <p:nvPr/>
            </p:nvSpPr>
            <p:spPr>
              <a:xfrm>
                <a:off x="7856520" y="3374155"/>
                <a:ext cx="2281392" cy="36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AD89212-1DC1-60CA-C2E8-3DF5C9FE6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520" y="3374155"/>
                <a:ext cx="2281392" cy="368510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B37EAF1C-2A0E-C32C-D724-E50D83DDAF81}"/>
              </a:ext>
            </a:extLst>
          </p:cNvPr>
          <p:cNvSpPr txBox="1"/>
          <p:nvPr/>
        </p:nvSpPr>
        <p:spPr>
          <a:xfrm>
            <a:off x="655446" y="64741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*Note: These transformations are lossy</a:t>
            </a:r>
            <a:endParaRPr lang="en-US" sz="16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C8D255E-5E9C-E639-1BA9-168C987DCA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823" y="5732026"/>
            <a:ext cx="3510433" cy="690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0E8AA4C-D6C2-4829-2400-7B889CFC868E}"/>
                  </a:ext>
                </a:extLst>
              </p:cNvPr>
              <p:cNvSpPr txBox="1"/>
              <p:nvPr/>
            </p:nvSpPr>
            <p:spPr>
              <a:xfrm>
                <a:off x="9379137" y="4889001"/>
                <a:ext cx="2600392" cy="321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0E8AA4C-D6C2-4829-2400-7B889CFC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137" y="4889001"/>
                <a:ext cx="2600392" cy="321819"/>
              </a:xfrm>
              <a:prstGeom prst="rect">
                <a:avLst/>
              </a:prstGeom>
              <a:blipFill>
                <a:blip r:embed="rId16"/>
                <a:stretch>
                  <a:fillRect l="-704" r="-235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3EAA6D-CE0E-4C6B-4D40-5B86CF245869}"/>
                  </a:ext>
                </a:extLst>
              </p:cNvPr>
              <p:cNvSpPr txBox="1"/>
              <p:nvPr/>
            </p:nvSpPr>
            <p:spPr>
              <a:xfrm>
                <a:off x="7287915" y="2248583"/>
                <a:ext cx="3550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=[0.1 0.4 0.2 0.3]</m:t>
                    </m:r>
                  </m:oMath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3EAA6D-CE0E-4C6B-4D40-5B86CF245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915" y="2248583"/>
                <a:ext cx="3550203" cy="369332"/>
              </a:xfrm>
              <a:prstGeom prst="rect">
                <a:avLst/>
              </a:prstGeom>
              <a:blipFill>
                <a:blip r:embed="rId17"/>
                <a:stretch>
                  <a:fillRect l="-1546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922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03A61-4B20-4B6E-55FD-913937137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E7B12E-B440-5B54-D933-E66DA9DE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Transformations: </a:t>
            </a:r>
            <a:r>
              <a:rPr lang="en-US" sz="3200" dirty="0"/>
              <a:t>Consonant Belief Function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E44F6BB-2E24-2F7D-8D96-CA5EAE26C36C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Transforming contour functions,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into credal information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endParaRPr lang="en-US" dirty="0"/>
              </a:p>
              <a:p>
                <a:pPr marL="552440" lvl="1" indent="-34290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𝑖𝑠𝑜𝑟𝑡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</m:d>
                  </m:oMath>
                </a14:m>
                <a:endParaRPr lang="en-US" dirty="0"/>
              </a:p>
              <a:p>
                <a:pPr marL="5683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⋃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𝑓𝑜𝑟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Θ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𝑓𝑜𝑟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=|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E44F6BB-2E24-2F7D-8D96-CA5EAE26C3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FCAF75-4FE2-6094-FA1F-5756392DDA08}"/>
              </a:ext>
            </a:extLst>
          </p:cNvPr>
          <p:cNvCxnSpPr>
            <a:cxnSpLocks/>
          </p:cNvCxnSpPr>
          <p:nvPr/>
        </p:nvCxnSpPr>
        <p:spPr>
          <a:xfrm flipV="1">
            <a:off x="6927285" y="3340508"/>
            <a:ext cx="0" cy="2253538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4195E8-072D-965D-C30E-88DDB71B5B1F}"/>
                  </a:ext>
                </a:extLst>
              </p:cNvPr>
              <p:cNvSpPr txBox="1"/>
              <p:nvPr/>
            </p:nvSpPr>
            <p:spPr>
              <a:xfrm rot="16200000">
                <a:off x="6825484" y="5726112"/>
                <a:ext cx="971708" cy="3931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4195E8-072D-965D-C30E-88DDB71B5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825484" y="5726112"/>
                <a:ext cx="971708" cy="393121"/>
              </a:xfrm>
              <a:prstGeom prst="rect">
                <a:avLst/>
              </a:prstGeom>
              <a:blipFill>
                <a:blip r:embed="rId3"/>
                <a:stretch>
                  <a:fillRect r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905657-E6C0-383B-9099-F7E137626E87}"/>
                  </a:ext>
                </a:extLst>
              </p:cNvPr>
              <p:cNvSpPr txBox="1"/>
              <p:nvPr/>
            </p:nvSpPr>
            <p:spPr>
              <a:xfrm rot="16200000">
                <a:off x="7351289" y="5720566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905657-E6C0-383B-9099-F7E137626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351289" y="5720566"/>
                <a:ext cx="971708" cy="4042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C3A50-99E3-3C26-3397-03533218E276}"/>
                  </a:ext>
                </a:extLst>
              </p:cNvPr>
              <p:cNvSpPr txBox="1"/>
              <p:nvPr/>
            </p:nvSpPr>
            <p:spPr>
              <a:xfrm rot="16200000">
                <a:off x="7877094" y="5720566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C3A50-99E3-3C26-3397-03533218E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77094" y="5720566"/>
                <a:ext cx="971708" cy="404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C1527D-ACCC-6302-746B-E30BCBB43D12}"/>
                  </a:ext>
                </a:extLst>
              </p:cNvPr>
              <p:cNvSpPr txBox="1"/>
              <p:nvPr/>
            </p:nvSpPr>
            <p:spPr>
              <a:xfrm rot="16200000">
                <a:off x="8402898" y="5720566"/>
                <a:ext cx="971708" cy="404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C1527D-ACCC-6302-746B-E30BCBB43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402898" y="5720566"/>
                <a:ext cx="971708" cy="4042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EC8271-A3EA-ED33-D301-AD34DE8926D0}"/>
              </a:ext>
            </a:extLst>
          </p:cNvPr>
          <p:cNvCxnSpPr/>
          <p:nvPr/>
        </p:nvCxnSpPr>
        <p:spPr>
          <a:xfrm>
            <a:off x="6923377" y="3549459"/>
            <a:ext cx="67408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49850E-B806-E0EF-4A3A-1734205CC39E}"/>
                  </a:ext>
                </a:extLst>
              </p:cNvPr>
              <p:cNvSpPr txBox="1"/>
              <p:nvPr/>
            </p:nvSpPr>
            <p:spPr>
              <a:xfrm>
                <a:off x="7321959" y="3569473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149850E-B806-E0EF-4A3A-1734205CC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1959" y="3569473"/>
                <a:ext cx="299697" cy="276999"/>
              </a:xfrm>
              <a:prstGeom prst="rect">
                <a:avLst/>
              </a:prstGeom>
              <a:blipFill>
                <a:blip r:embed="rId7"/>
                <a:stretch>
                  <a:fillRect l="-10204" r="-612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3D32170-F983-6EC4-CA1B-C3D0869276F9}"/>
              </a:ext>
            </a:extLst>
          </p:cNvPr>
          <p:cNvCxnSpPr>
            <a:cxnSpLocks/>
          </p:cNvCxnSpPr>
          <p:nvPr/>
        </p:nvCxnSpPr>
        <p:spPr>
          <a:xfrm flipH="1" flipV="1">
            <a:off x="7321959" y="3562582"/>
            <a:ext cx="1" cy="3795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FE2176-72B9-2833-3628-F12D3B3CC6D8}"/>
                  </a:ext>
                </a:extLst>
              </p:cNvPr>
              <p:cNvSpPr txBox="1"/>
              <p:nvPr/>
            </p:nvSpPr>
            <p:spPr>
              <a:xfrm>
                <a:off x="6339630" y="3364384"/>
                <a:ext cx="9717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FE2176-72B9-2833-3628-F12D3B3CC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630" y="3364384"/>
                <a:ext cx="97170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6B4EB21B-2609-1D2B-DCCB-87C9B6865092}"/>
              </a:ext>
            </a:extLst>
          </p:cNvPr>
          <p:cNvSpPr txBox="1"/>
          <p:nvPr/>
        </p:nvSpPr>
        <p:spPr>
          <a:xfrm>
            <a:off x="655446" y="64741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*Note: These transformations are lossy</a:t>
            </a:r>
            <a:endParaRPr lang="en-US" sz="16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1042937-5666-D7AD-11FD-7530FF8A1A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23" y="5732026"/>
            <a:ext cx="3510433" cy="690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C77E3C8-4D1C-9608-F877-BF0A6963B7CA}"/>
                  </a:ext>
                </a:extLst>
              </p:cNvPr>
              <p:cNvSpPr txBox="1"/>
              <p:nvPr/>
            </p:nvSpPr>
            <p:spPr>
              <a:xfrm>
                <a:off x="7856520" y="3374155"/>
                <a:ext cx="2281392" cy="368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C77E3C8-4D1C-9608-F877-BF0A6963B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520" y="3374155"/>
                <a:ext cx="2281392" cy="368510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7F8EA01A-985F-5388-4487-B40C0D985CC5}"/>
              </a:ext>
            </a:extLst>
          </p:cNvPr>
          <p:cNvSpPr/>
          <p:nvPr/>
        </p:nvSpPr>
        <p:spPr>
          <a:xfrm>
            <a:off x="7165653" y="3946072"/>
            <a:ext cx="312613" cy="1640434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51A8E27-6378-17E1-256A-E2D1967BF69A}"/>
              </a:ext>
            </a:extLst>
          </p:cNvPr>
          <p:cNvSpPr/>
          <p:nvPr/>
        </p:nvSpPr>
        <p:spPr>
          <a:xfrm>
            <a:off x="7693575" y="4469737"/>
            <a:ext cx="312612" cy="1116769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8AF40A-51D6-EFAB-CA7E-CA916820C676}"/>
              </a:ext>
            </a:extLst>
          </p:cNvPr>
          <p:cNvSpPr/>
          <p:nvPr/>
        </p:nvSpPr>
        <p:spPr>
          <a:xfrm>
            <a:off x="8221496" y="4754071"/>
            <a:ext cx="312613" cy="832435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3370AA-A8D2-27D3-FBF4-AA80C2A90CBF}"/>
              </a:ext>
            </a:extLst>
          </p:cNvPr>
          <p:cNvSpPr/>
          <p:nvPr/>
        </p:nvSpPr>
        <p:spPr>
          <a:xfrm>
            <a:off x="8749419" y="5336389"/>
            <a:ext cx="312613" cy="250117"/>
          </a:xfrm>
          <a:prstGeom prst="rect">
            <a:avLst/>
          </a:prstGeom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E6C43D1-C4D1-9EAE-E553-0E63F1EA0D71}"/>
              </a:ext>
            </a:extLst>
          </p:cNvPr>
          <p:cNvCxnSpPr>
            <a:cxnSpLocks/>
          </p:cNvCxnSpPr>
          <p:nvPr/>
        </p:nvCxnSpPr>
        <p:spPr>
          <a:xfrm>
            <a:off x="6923377" y="5594067"/>
            <a:ext cx="287986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03D79E-7C8B-C961-E25D-2211155A11B0}"/>
              </a:ext>
            </a:extLst>
          </p:cNvPr>
          <p:cNvCxnSpPr>
            <a:stCxn id="46" idx="0"/>
          </p:cNvCxnSpPr>
          <p:nvPr/>
        </p:nvCxnSpPr>
        <p:spPr>
          <a:xfrm>
            <a:off x="7321960" y="3946072"/>
            <a:ext cx="67408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51CA23B-F233-7BA9-137C-E59B89C11D37}"/>
              </a:ext>
            </a:extLst>
          </p:cNvPr>
          <p:cNvCxnSpPr>
            <a:cxnSpLocks/>
            <a:stCxn id="47" idx="0"/>
          </p:cNvCxnSpPr>
          <p:nvPr/>
        </p:nvCxnSpPr>
        <p:spPr>
          <a:xfrm>
            <a:off x="7849881" y="4469737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EFED65-4ED9-B8EA-1149-07453C3B5E5B}"/>
              </a:ext>
            </a:extLst>
          </p:cNvPr>
          <p:cNvCxnSpPr>
            <a:cxnSpLocks/>
          </p:cNvCxnSpPr>
          <p:nvPr/>
        </p:nvCxnSpPr>
        <p:spPr>
          <a:xfrm>
            <a:off x="8377804" y="4754071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BB18664-81A4-7387-08F9-4CBB19B4CC7D}"/>
              </a:ext>
            </a:extLst>
          </p:cNvPr>
          <p:cNvCxnSpPr>
            <a:cxnSpLocks/>
          </p:cNvCxnSpPr>
          <p:nvPr/>
        </p:nvCxnSpPr>
        <p:spPr>
          <a:xfrm>
            <a:off x="8872318" y="5330092"/>
            <a:ext cx="684228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A0F4B83-90F3-8ED4-C69D-139E798042DB}"/>
              </a:ext>
            </a:extLst>
          </p:cNvPr>
          <p:cNvCxnSpPr>
            <a:stCxn id="47" idx="0"/>
          </p:cNvCxnSpPr>
          <p:nvPr/>
        </p:nvCxnSpPr>
        <p:spPr>
          <a:xfrm flipV="1">
            <a:off x="7849881" y="3946072"/>
            <a:ext cx="0" cy="5236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7D32205-197C-E419-C8A2-64E24EA8DEEE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8377803" y="4469737"/>
            <a:ext cx="1" cy="2843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F5FDA26-B7AE-61EF-679F-77B9F06C68A6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8905726" y="4766289"/>
            <a:ext cx="0" cy="5701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8C9C0D6-A690-3D01-FEB3-02F278FE8D9C}"/>
              </a:ext>
            </a:extLst>
          </p:cNvPr>
          <p:cNvCxnSpPr>
            <a:cxnSpLocks/>
          </p:cNvCxnSpPr>
          <p:nvPr/>
        </p:nvCxnSpPr>
        <p:spPr>
          <a:xfrm flipV="1">
            <a:off x="9400034" y="5330092"/>
            <a:ext cx="0" cy="2447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075569-AA1E-E9CC-BE30-3DD5B8300B48}"/>
                  </a:ext>
                </a:extLst>
              </p:cNvPr>
              <p:cNvSpPr txBox="1"/>
              <p:nvPr/>
            </p:nvSpPr>
            <p:spPr>
              <a:xfrm>
                <a:off x="7866465" y="4036857"/>
                <a:ext cx="294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4075569-AA1E-E9CC-BE30-3DD5B8300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465" y="4036857"/>
                <a:ext cx="294376" cy="276999"/>
              </a:xfrm>
              <a:prstGeom prst="rect">
                <a:avLst/>
              </a:prstGeom>
              <a:blipFill>
                <a:blip r:embed="rId11"/>
                <a:stretch>
                  <a:fillRect l="-10204" r="-408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AEDFB1B-06FC-5C80-8E38-A14C607B32C3}"/>
                  </a:ext>
                </a:extLst>
              </p:cNvPr>
              <p:cNvSpPr txBox="1"/>
              <p:nvPr/>
            </p:nvSpPr>
            <p:spPr>
              <a:xfrm>
                <a:off x="8391359" y="4443286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AEDFB1B-06FC-5C80-8E38-A14C607B3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359" y="4443286"/>
                <a:ext cx="299697" cy="276999"/>
              </a:xfrm>
              <a:prstGeom prst="rect">
                <a:avLst/>
              </a:prstGeom>
              <a:blipFill>
                <a:blip r:embed="rId12"/>
                <a:stretch>
                  <a:fillRect l="-10204" r="-408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AAA739-EF17-2379-00F6-A6D9BAC38B34}"/>
                  </a:ext>
                </a:extLst>
              </p:cNvPr>
              <p:cNvSpPr txBox="1"/>
              <p:nvPr/>
            </p:nvSpPr>
            <p:spPr>
              <a:xfrm>
                <a:off x="8921574" y="4903588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AAA739-EF17-2379-00F6-A6D9BAC38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574" y="4903588"/>
                <a:ext cx="299697" cy="276999"/>
              </a:xfrm>
              <a:prstGeom prst="rect">
                <a:avLst/>
              </a:prstGeom>
              <a:blipFill>
                <a:blip r:embed="rId13"/>
                <a:stretch>
                  <a:fillRect l="-10204" r="-4082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BEC062D-361E-7D93-7D41-FAE471FBEEC9}"/>
                  </a:ext>
                </a:extLst>
              </p:cNvPr>
              <p:cNvSpPr txBox="1"/>
              <p:nvPr/>
            </p:nvSpPr>
            <p:spPr>
              <a:xfrm>
                <a:off x="9451790" y="5256501"/>
                <a:ext cx="2996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BEC062D-361E-7D93-7D41-FAE471FBE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1790" y="5256501"/>
                <a:ext cx="299697" cy="276999"/>
              </a:xfrm>
              <a:prstGeom prst="rect">
                <a:avLst/>
              </a:prstGeom>
              <a:blipFill>
                <a:blip r:embed="rId14"/>
                <a:stretch>
                  <a:fillRect l="-10000" r="-400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F15513-766E-76B1-92B9-C278A4133DE7}"/>
                  </a:ext>
                </a:extLst>
              </p:cNvPr>
              <p:cNvSpPr txBox="1"/>
              <p:nvPr/>
            </p:nvSpPr>
            <p:spPr>
              <a:xfrm>
                <a:off x="8247468" y="4018310"/>
                <a:ext cx="1316514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5F15513-766E-76B1-92B9-C278A413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7468" y="4018310"/>
                <a:ext cx="1316514" cy="320537"/>
              </a:xfrm>
              <a:prstGeom prst="rect">
                <a:avLst/>
              </a:prstGeom>
              <a:blipFill>
                <a:blip r:embed="rId15"/>
                <a:stretch>
                  <a:fillRect l="-1852" r="-463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02E3306-7845-FAB3-8061-E03AE9F607FE}"/>
                  </a:ext>
                </a:extLst>
              </p:cNvPr>
              <p:cNvSpPr txBox="1"/>
              <p:nvPr/>
            </p:nvSpPr>
            <p:spPr>
              <a:xfrm>
                <a:off x="8911259" y="4393985"/>
                <a:ext cx="1896993" cy="320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02E3306-7845-FAB3-8061-E03AE9F60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259" y="4393985"/>
                <a:ext cx="1896993" cy="320537"/>
              </a:xfrm>
              <a:prstGeom prst="rect">
                <a:avLst/>
              </a:prstGeom>
              <a:blipFill>
                <a:blip r:embed="rId16"/>
                <a:stretch>
                  <a:fillRect l="-965" r="-322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50FF305-8850-0112-978A-7DF29A7CCA65}"/>
                  </a:ext>
                </a:extLst>
              </p:cNvPr>
              <p:cNvSpPr txBox="1"/>
              <p:nvPr/>
            </p:nvSpPr>
            <p:spPr>
              <a:xfrm>
                <a:off x="9379137" y="4889001"/>
                <a:ext cx="2472151" cy="321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50FF305-8850-0112-978A-7DF29A7CC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137" y="4889001"/>
                <a:ext cx="2472151" cy="321819"/>
              </a:xfrm>
              <a:prstGeom prst="rect">
                <a:avLst/>
              </a:prstGeom>
              <a:blipFill>
                <a:blip r:embed="rId17"/>
                <a:stretch>
                  <a:fillRect l="-741" r="-247" b="-16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803EFA-F6FA-8405-E266-184134C6A09E}"/>
                  </a:ext>
                </a:extLst>
              </p:cNvPr>
              <p:cNvSpPr txBox="1"/>
              <p:nvPr/>
            </p:nvSpPr>
            <p:spPr>
              <a:xfrm>
                <a:off x="10011979" y="5294042"/>
                <a:ext cx="16525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803EFA-F6FA-8405-E266-184134C6A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979" y="5294042"/>
                <a:ext cx="1652568" cy="276999"/>
              </a:xfrm>
              <a:prstGeom prst="rect">
                <a:avLst/>
              </a:prstGeom>
              <a:blipFill>
                <a:blip r:embed="rId18"/>
                <a:stretch>
                  <a:fillRect l="-1476" r="-73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DCD4D4-F6AD-72BB-579C-4A7FC40BDBBE}"/>
                  </a:ext>
                </a:extLst>
              </p:cNvPr>
              <p:cNvSpPr txBox="1"/>
              <p:nvPr/>
            </p:nvSpPr>
            <p:spPr>
              <a:xfrm>
                <a:off x="7287915" y="2248583"/>
                <a:ext cx="29131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=[0.5 0.1 1 1]</m:t>
                    </m:r>
                  </m:oMath>
                </a14:m>
                <a:endParaRPr 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8DCD4D4-F6AD-72BB-579C-4A7FC40BD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915" y="2248583"/>
                <a:ext cx="2913105" cy="369332"/>
              </a:xfrm>
              <a:prstGeom prst="rect">
                <a:avLst/>
              </a:prstGeom>
              <a:blipFill>
                <a:blip r:embed="rId19"/>
                <a:stretch>
                  <a:fillRect l="-188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061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ECB7A-6D68-0003-2EE9-CF588B847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B8FB7F-B8B3-7FED-E922-83969BD6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Transformations: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51F5F40-1DA0-6FBE-DA21-42180FFBAD3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05179" cy="4820025"/>
              </a:xfrm>
            </p:spPr>
            <p:txBody>
              <a:bodyPr/>
              <a:lstStyle/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 err="1"/>
                  <a:t>Pignistic</a:t>
                </a:r>
                <a:r>
                  <a:rPr lang="en-US" dirty="0"/>
                  <a:t> Transform: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endParaRPr lang="en-US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Consonant Inverse </a:t>
                </a:r>
                <a:r>
                  <a:rPr lang="en-US" dirty="0" err="1"/>
                  <a:t>Pignistic</a:t>
                </a:r>
                <a:r>
                  <a:rPr lang="en-US" dirty="0"/>
                  <a:t> Transform: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Bayesian Inverse </a:t>
                </a:r>
                <a:r>
                  <a:rPr lang="en-US" dirty="0" err="1"/>
                  <a:t>Pignistic</a:t>
                </a:r>
                <a:r>
                  <a:rPr lang="en-US" dirty="0"/>
                  <a:t> Transform: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Consonant Belief Function*: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𝐶𝐵𝐹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endParaRPr lang="en-US" dirty="0"/>
              </a:p>
              <a:p>
                <a:pPr marL="342900" indent="-342900">
                  <a:spcBef>
                    <a:spcPts val="500"/>
                  </a:spcBef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Contour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A51F5F40-1DA0-6FBE-DA21-42180FFBA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0" y="1333794"/>
                <a:ext cx="11205179" cy="4820025"/>
              </a:xfrm>
              <a:blipFill>
                <a:blip r:embed="rId2"/>
                <a:stretch>
                  <a:fillRect l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3612688C-B10F-A4D7-0E4D-207FD923AE04}"/>
              </a:ext>
            </a:extLst>
          </p:cNvPr>
          <p:cNvSpPr/>
          <p:nvPr/>
        </p:nvSpPr>
        <p:spPr>
          <a:xfrm>
            <a:off x="3359425" y="2961862"/>
            <a:ext cx="178905" cy="272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B16BD5-ABB5-C4B6-0769-F5C42495C9FA}"/>
              </a:ext>
            </a:extLst>
          </p:cNvPr>
          <p:cNvGrpSpPr/>
          <p:nvPr/>
        </p:nvGrpSpPr>
        <p:grpSpPr>
          <a:xfrm>
            <a:off x="2542681" y="4490973"/>
            <a:ext cx="6034145" cy="1176083"/>
            <a:chOff x="3359425" y="4405058"/>
            <a:chExt cx="4691524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DDB609DA-73C5-5B27-6F82-71DCD2E7543B}"/>
                    </a:ext>
                  </a:extLst>
                </p:cNvPr>
                <p:cNvSpPr/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BBA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DDB609DA-73C5-5B27-6F82-71DCD2E754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7861" y="4405058"/>
                  <a:ext cx="914400" cy="914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48714DE0-D95A-8CA6-B157-921B8C982F8B}"/>
                    </a:ext>
                  </a:extLst>
                </p:cNvPr>
                <p:cNvSpPr/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2"/>
                      </a:solidFill>
                    </a:rPr>
                    <a:t>CF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48714DE0-D95A-8CA6-B157-921B8C982F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6549" y="4405058"/>
                  <a:ext cx="914400" cy="9144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4EFBF5A-DC3F-49F9-84A5-0AFCDDFB1CBE}"/>
                    </a:ext>
                  </a:extLst>
                </p:cNvPr>
                <p:cNvSpPr/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solidFill>
                  <a:srgbClr val="00B0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𝐵𝑒𝑡𝑃</m:t>
                        </m:r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4EFBF5A-DC3F-49F9-84A5-0AFCDDFB1C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9425" y="4405058"/>
                  <a:ext cx="914400" cy="9144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22D3104-FD2F-7479-E8D3-DA4B468DA3D1}"/>
                </a:ext>
              </a:extLst>
            </p:cNvPr>
            <p:cNvGrpSpPr/>
            <p:nvPr/>
          </p:nvGrpSpPr>
          <p:grpSpPr>
            <a:xfrm>
              <a:off x="4241474" y="4439431"/>
              <a:ext cx="1038225" cy="845654"/>
              <a:chOff x="4233884" y="5032605"/>
              <a:chExt cx="1001603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Arrow: Left 9">
                    <a:extLst>
                      <a:ext uri="{FF2B5EF4-FFF2-40B4-BE49-F238E27FC236}">
                        <a16:creationId xmlns:a16="http://schemas.microsoft.com/office/drawing/2014/main" id="{435F03E9-539A-492E-314A-218397260432}"/>
                      </a:ext>
                    </a:extLst>
                  </p:cNvPr>
                  <p:cNvSpPr/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92D050"/>
                      </a:gs>
                      <a:gs pos="100000">
                        <a:srgbClr val="00B0F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sSup>
                            <m:sSupPr>
                              <m:ctrlP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b="0" i="1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Arrow: Left 9">
                    <a:extLst>
                      <a:ext uri="{FF2B5EF4-FFF2-40B4-BE49-F238E27FC236}">
                        <a16:creationId xmlns:a16="http://schemas.microsoft.com/office/drawing/2014/main" id="{435F03E9-539A-492E-314A-21839726043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61451" y="5032605"/>
                    <a:ext cx="974036" cy="484632"/>
                  </a:xfrm>
                  <a:prstGeom prst="leftArrow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Arrow: Left 12">
                    <a:extLst>
                      <a:ext uri="{FF2B5EF4-FFF2-40B4-BE49-F238E27FC236}">
                        <a16:creationId xmlns:a16="http://schemas.microsoft.com/office/drawing/2014/main" id="{25881C04-60A4-3237-7F42-9921CABC998E}"/>
                      </a:ext>
                    </a:extLst>
                  </p:cNvPr>
                  <p:cNvSpPr/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00B0F0"/>
                      </a:gs>
                      <a:gs pos="50000">
                        <a:srgbClr val="92D050"/>
                      </a:gs>
                      <a:gs pos="100000">
                        <a:srgbClr val="FFFF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Arrow: Left 12">
                    <a:extLst>
                      <a:ext uri="{FF2B5EF4-FFF2-40B4-BE49-F238E27FC236}">
                        <a16:creationId xmlns:a16="http://schemas.microsoft.com/office/drawing/2014/main" id="{25881C04-60A4-3237-7F42-9921CABC99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33884" y="5393627"/>
                    <a:ext cx="974036" cy="484632"/>
                  </a:xfrm>
                  <a:prstGeom prst="leftArrow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39EF57-090B-B4BA-0E63-7951FDABC390}"/>
                </a:ext>
              </a:extLst>
            </p:cNvPr>
            <p:cNvGrpSpPr/>
            <p:nvPr/>
          </p:nvGrpSpPr>
          <p:grpSpPr>
            <a:xfrm>
              <a:off x="6126898" y="4451926"/>
              <a:ext cx="1038227" cy="845654"/>
              <a:chOff x="4219593" y="5032605"/>
              <a:chExt cx="1001605" cy="84565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Arrow: Left 15">
                    <a:extLst>
                      <a:ext uri="{FF2B5EF4-FFF2-40B4-BE49-F238E27FC236}">
                        <a16:creationId xmlns:a16="http://schemas.microsoft.com/office/drawing/2014/main" id="{82F1356F-8CC0-5E63-67A6-B55C3AA9C682}"/>
                      </a:ext>
                    </a:extLst>
                  </p:cNvPr>
                  <p:cNvSpPr/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0000"/>
                      </a:gs>
                      <a:gs pos="50000">
                        <a:srgbClr val="FFC000"/>
                      </a:gs>
                      <a:gs pos="100000">
                        <a:srgbClr val="FFFF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dirty="0">
                        <a:solidFill>
                          <a:schemeClr val="tx2"/>
                        </a:solidFill>
                      </a:rPr>
                      <a:t>*</a:t>
                    </a:r>
                  </a:p>
                </p:txBody>
              </p:sp>
            </mc:Choice>
            <mc:Fallback xmlns="">
              <p:sp>
                <p:nvSpPr>
                  <p:cNvPr id="16" name="Arrow: Left 15">
                    <a:extLst>
                      <a:ext uri="{FF2B5EF4-FFF2-40B4-BE49-F238E27FC236}">
                        <a16:creationId xmlns:a16="http://schemas.microsoft.com/office/drawing/2014/main" id="{82F1356F-8CC0-5E63-67A6-B55C3AA9C6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4247162" y="5032605"/>
                    <a:ext cx="974036" cy="484632"/>
                  </a:xfrm>
                  <a:prstGeom prst="leftArrow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Arrow: Left 16">
                    <a:extLst>
                      <a:ext uri="{FF2B5EF4-FFF2-40B4-BE49-F238E27FC236}">
                        <a16:creationId xmlns:a16="http://schemas.microsoft.com/office/drawing/2014/main" id="{CEBA2B64-ECB9-1DF1-A6E2-34BF8AC40BF8}"/>
                      </a:ext>
                    </a:extLst>
                  </p:cNvPr>
                  <p:cNvSpPr/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gradFill>
                    <a:gsLst>
                      <a:gs pos="0">
                        <a:srgbClr val="FFFF00"/>
                      </a:gs>
                      <a:gs pos="50000">
                        <a:srgbClr val="FFC000"/>
                      </a:gs>
                      <a:gs pos="100000">
                        <a:srgbClr val="FF0000"/>
                      </a:gs>
                    </a:gsLst>
                    <a:lin ang="0" scaled="1"/>
                  </a:gra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𝐶𝐵𝐹</m:t>
                          </m:r>
                        </m:oMath>
                      </m:oMathPara>
                    </a14:m>
                    <a:endParaRPr lang="en-US" dirty="0">
                      <a:solidFill>
                        <a:schemeClr val="tx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Arrow: Left 16">
                    <a:extLst>
                      <a:ext uri="{FF2B5EF4-FFF2-40B4-BE49-F238E27FC236}">
                        <a16:creationId xmlns:a16="http://schemas.microsoft.com/office/drawing/2014/main" id="{CEBA2B64-ECB9-1DF1-A6E2-34BF8AC40B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19593" y="5393627"/>
                    <a:ext cx="974036" cy="484632"/>
                  </a:xfrm>
                  <a:prstGeom prst="leftArrow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62D75DD-DC66-6994-1BCA-A501E9FA7C2F}"/>
              </a:ext>
            </a:extLst>
          </p:cNvPr>
          <p:cNvSpPr txBox="1"/>
          <p:nvPr/>
        </p:nvSpPr>
        <p:spPr>
          <a:xfrm>
            <a:off x="655446" y="64741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*Note: These transformations are lossy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91568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4DAA1-77B2-80D6-959D-C3AC22ABD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Pre-Fusion Processing: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Removing Priors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FoD</a:t>
            </a:r>
            <a:r>
              <a:rPr lang="en-US" sz="1800" dirty="0"/>
              <a:t> Alignment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Probability Calibration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30CD9-D13E-0C6E-F574-28760EAE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ECF50F-FF68-9761-7959-438402C76F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3048588"/>
              </p:ext>
            </p:extLst>
          </p:nvPr>
        </p:nvGraphicFramePr>
        <p:xfrm>
          <a:off x="542223" y="-319862"/>
          <a:ext cx="10488329" cy="188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4829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9B0E7-E0FB-15B1-4CF4-B1A7A0534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81D033-FCA9-F44B-5801-AB5A693A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Remove Priors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8675BA96-AA58-959C-FFDF-73294CAC800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3" y="1317892"/>
                <a:ext cx="11584852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PT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assumes uniform priors when distributing BBM from </a:t>
                </a:r>
                <a:r>
                  <a:rPr lang="en-US" dirty="0" err="1"/>
                  <a:t>focals</a:t>
                </a:r>
                <a:r>
                  <a:rPr lang="en-US" dirty="0"/>
                  <a:t> with greater than 1 cardinality to their respective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; 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PT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requires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 to use uniform priors [</a:t>
                </a:r>
                <a:r>
                  <a:rPr lang="en-US" dirty="0">
                    <a:hlinkClick r:id="rId3" action="ppaction://hlinksldjump"/>
                  </a:rPr>
                  <a:t>7</a:t>
                </a:r>
                <a:r>
                  <a:rPr lang="en-US" dirty="0"/>
                  <a:t>].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 doesn’t use uniform priors, then you can remove the priors using the normalized likelihood function (NL), which is equivalent to using uniform priors [</a:t>
                </a:r>
                <a:r>
                  <a:rPr lang="en-US" dirty="0">
                    <a:hlinkClick r:id="rId3" action="ppaction://hlinksldjump"/>
                  </a:rPr>
                  <a:t>7</a:t>
                </a:r>
                <a:r>
                  <a:rPr lang="en-US" dirty="0"/>
                  <a:t>].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Let:</a:t>
                </a:r>
              </a:p>
              <a:p>
                <a:pPr marL="788649" lvl="2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be priors</a:t>
                </a:r>
              </a:p>
              <a:p>
                <a:pPr marL="788649" lvl="2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788649" lvl="2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𝑒𝑡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𝑒𝑡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𝑜𝑡h𝑒𝑟𝑤𝑖𝑠𝑒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endParaRPr lang="en-US" b="0" dirty="0"/>
              </a:p>
              <a:p>
                <a:pPr marL="788649" lvl="2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b="0" dirty="0"/>
                  <a:t>, </a:t>
                </a:r>
                <a:r>
                  <a:rPr lang="en-US" dirty="0"/>
                  <a:t>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dirty="0"/>
                  <a:t> matrix</a:t>
                </a:r>
                <a:endParaRPr lang="en-US" b="0" dirty="0"/>
              </a:p>
              <a:p>
                <a:pPr marL="788649" lvl="2" indent="-3429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⋯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,  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matrix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8675BA96-AA58-959C-FFDF-73294CAC80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3" y="1317892"/>
                <a:ext cx="11584852" cy="4820025"/>
              </a:xfrm>
              <a:blipFill>
                <a:blip r:embed="rId4"/>
                <a:stretch>
                  <a:fillRect l="-684" t="-885" r="-842" b="-12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9E901-DBD2-CC81-CD34-ED0DB9D48998}"/>
                  </a:ext>
                </a:extLst>
              </p:cNvPr>
              <p:cNvSpPr txBox="1"/>
              <p:nvPr/>
            </p:nvSpPr>
            <p:spPr>
              <a:xfrm>
                <a:off x="4785224" y="3486989"/>
                <a:ext cx="6094674" cy="2006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𝐵𝑒𝑡𝑃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br>
                  <a:rPr lang="en-US" sz="2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b="0" dirty="0">
                    <a:latin typeface="Cambria Math" panose="02040503050406030204" pitchFamily="18" charset="0"/>
                  </a:rPr>
                  <a:t>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br>
                  <a:rPr lang="en-US" sz="28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800" i="1">
                                                <a:latin typeface="Cambria Math" panose="02040503050406030204" pitchFamily="18" charset="0"/>
                                              </a:rPr>
                                              <m:t>1∗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1∗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1∗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19E901-DBD2-CC81-CD34-ED0DB9D48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224" y="3486989"/>
                <a:ext cx="6094674" cy="20064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904B2B-9809-0C6E-0459-F8528EEC7801}"/>
                  </a:ext>
                </a:extLst>
              </p:cNvPr>
              <p:cNvSpPr txBox="1"/>
              <p:nvPr/>
            </p:nvSpPr>
            <p:spPr>
              <a:xfrm>
                <a:off x="6096000" y="5621184"/>
                <a:ext cx="3954609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Example: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Menlo"/>
                        </a:rPr>
                        <m:t>BetP</m:t>
                      </m:r>
                      <m:r>
                        <m:rPr>
                          <m:nor/>
                        </m:rPr>
                        <a:rPr lang="en-US" dirty="0">
                          <a:latin typeface="Menlo"/>
                        </a:rPr>
                        <m:t> = [0.0302 0.4683 0.4401 0.0614];</m:t>
                      </m:r>
                    </m:oMath>
                  </m:oMathPara>
                </a14:m>
                <a:endParaRPr lang="en-US" dirty="0">
                  <a:latin typeface="Menlo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latin typeface="Menlo"/>
                        </a:rPr>
                        <m:t>Prior</m:t>
                      </m:r>
                      <m:r>
                        <m:rPr>
                          <m:nor/>
                        </m:rPr>
                        <a:rPr lang="en-US" dirty="0">
                          <a:latin typeface="Menlo"/>
                        </a:rPr>
                        <m:t> = [0.0498 0.6375 0.2211 0.0916];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dirty="0">
                  <a:latin typeface="Menlo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904B2B-9809-0C6E-0459-F8528EEC7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21184"/>
                <a:ext cx="3954609" cy="1384995"/>
              </a:xfrm>
              <a:prstGeom prst="rect">
                <a:avLst/>
              </a:prstGeom>
              <a:blipFill>
                <a:blip r:embed="rId6"/>
                <a:stretch>
                  <a:fillRect l="-3544" t="-5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175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ACF1-541B-921A-4EAF-7CAD339E4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20D36-7FD7-0108-0AED-FBC491D3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dirty="0" err="1"/>
              <a:t>FoD</a:t>
            </a:r>
            <a:r>
              <a:rPr lang="en-US" dirty="0"/>
              <a:t>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19208F1-4F86-7BE3-9AB4-101C42F3D8C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Ensure each source uses the same vocabulary, by making them the same if necessary [</a:t>
                </a:r>
                <a:r>
                  <a:rPr lang="en-US" dirty="0">
                    <a:hlinkClick r:id="rId2" action="ppaction://hlinksldjump"/>
                  </a:rPr>
                  <a:t>7</a:t>
                </a:r>
                <a:r>
                  <a:rPr lang="en-US" dirty="0"/>
                  <a:t>].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Otherwise, its impractical to compare and fuse the information.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Basic idea is to transform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then swap out </a:t>
                </a:r>
                <a:r>
                  <a:rPr lang="en-US" dirty="0" err="1"/>
                  <a:t>focals</a:t>
                </a:r>
                <a:r>
                  <a:rPr lang="en-US" dirty="0"/>
                  <a:t> to align the </a:t>
                </a:r>
                <a:r>
                  <a:rPr lang="en-US" dirty="0" err="1"/>
                  <a:t>FoD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719208F1-4F86-7BE3-9AB4-101C42F3D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732" t="-886" r="-788" b="-64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71F8338-3B63-0851-A68F-A5D68463AE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34" y="3029375"/>
            <a:ext cx="4064576" cy="249483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A15544D-8AE1-C27E-6381-33DFCCD6DCD9}"/>
              </a:ext>
            </a:extLst>
          </p:cNvPr>
          <p:cNvGrpSpPr/>
          <p:nvPr/>
        </p:nvGrpSpPr>
        <p:grpSpPr>
          <a:xfrm>
            <a:off x="679833" y="3604831"/>
            <a:ext cx="1909559" cy="1912019"/>
            <a:chOff x="5040533" y="3968537"/>
            <a:chExt cx="2527300" cy="25305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236E08-57E9-9EC2-9110-C7543D9341D7}"/>
                </a:ext>
              </a:extLst>
            </p:cNvPr>
            <p:cNvSpPr/>
            <p:nvPr/>
          </p:nvSpPr>
          <p:spPr>
            <a:xfrm>
              <a:off x="5040533" y="3968537"/>
              <a:ext cx="2527300" cy="25273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3606D4-5584-16D8-9D7E-C31DBC6B0ADF}"/>
                </a:ext>
              </a:extLst>
            </p:cNvPr>
            <p:cNvSpPr/>
            <p:nvPr/>
          </p:nvSpPr>
          <p:spPr>
            <a:xfrm>
              <a:off x="5040533" y="3968537"/>
              <a:ext cx="1003300" cy="68678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47C0C8-237C-428A-074C-AB42D9265B6A}"/>
                </a:ext>
              </a:extLst>
            </p:cNvPr>
            <p:cNvSpPr/>
            <p:nvPr/>
          </p:nvSpPr>
          <p:spPr>
            <a:xfrm>
              <a:off x="6183533" y="3968537"/>
              <a:ext cx="1384300" cy="115668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223CE4-C6F5-27FE-074F-B2DB49690524}"/>
                </a:ext>
              </a:extLst>
            </p:cNvPr>
            <p:cNvSpPr/>
            <p:nvPr/>
          </p:nvSpPr>
          <p:spPr>
            <a:xfrm>
              <a:off x="5040533" y="5339154"/>
              <a:ext cx="1270000" cy="11566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29B37F-F018-B879-4C4D-84C42C23443E}"/>
                </a:ext>
              </a:extLst>
            </p:cNvPr>
            <p:cNvSpPr/>
            <p:nvPr/>
          </p:nvSpPr>
          <p:spPr>
            <a:xfrm>
              <a:off x="6424833" y="5663668"/>
              <a:ext cx="1143000" cy="83216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2AD8AD8-1B45-E99D-3FB1-07CF2B3253F9}"/>
                    </a:ext>
                  </a:extLst>
                </p:cNvPr>
                <p:cNvSpPr txBox="1"/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2AD8AD8-1B45-E99D-3FB1-07CF2B325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A1D281D-EC17-361A-15D1-5E3FC9C95CF5}"/>
                    </a:ext>
                  </a:extLst>
                </p:cNvPr>
                <p:cNvSpPr txBox="1"/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A1D281D-EC17-361A-15D1-5E3FC9C95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9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53745C7-8B38-DFDB-1758-02DE0369B78B}"/>
                    </a:ext>
                  </a:extLst>
                </p:cNvPr>
                <p:cNvSpPr txBox="1"/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53745C7-8B38-DFDB-1758-02DE0369B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3390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99BA406-A0B2-F0E7-233B-85743E4EAA79}"/>
                    </a:ext>
                  </a:extLst>
                </p:cNvPr>
                <p:cNvSpPr txBox="1"/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99BA406-A0B2-F0E7-233B-85743E4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695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385C56E-4E5D-B16C-C97F-C0F958D08A14}"/>
                    </a:ext>
                  </a:extLst>
                </p:cNvPr>
                <p:cNvSpPr txBox="1"/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385C56E-4E5D-B16C-C97F-C0F958D08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667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78CAFF-90C0-34DB-FB4A-250C4CC9FDBC}"/>
                </a:ext>
              </a:extLst>
            </p:cNvPr>
            <p:cNvSpPr/>
            <p:nvPr/>
          </p:nvSpPr>
          <p:spPr>
            <a:xfrm>
              <a:off x="5040533" y="3971793"/>
              <a:ext cx="2527300" cy="2527300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4E3B53-2003-D660-CE94-0A42B319136F}"/>
              </a:ext>
            </a:extLst>
          </p:cNvPr>
          <p:cNvGrpSpPr/>
          <p:nvPr/>
        </p:nvGrpSpPr>
        <p:grpSpPr>
          <a:xfrm>
            <a:off x="3917408" y="3633279"/>
            <a:ext cx="1987215" cy="1917991"/>
            <a:chOff x="3257987" y="2781824"/>
            <a:chExt cx="1987215" cy="191799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80B6DC-51F4-A9BE-3924-F7278C10A57C}"/>
                </a:ext>
              </a:extLst>
            </p:cNvPr>
            <p:cNvSpPr/>
            <p:nvPr/>
          </p:nvSpPr>
          <p:spPr>
            <a:xfrm>
              <a:off x="3335643" y="2787796"/>
              <a:ext cx="1909559" cy="190955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E1A44F-813C-284E-3F85-F19EC6DE0D41}"/>
                </a:ext>
              </a:extLst>
            </p:cNvPr>
            <p:cNvSpPr/>
            <p:nvPr/>
          </p:nvSpPr>
          <p:spPr>
            <a:xfrm>
              <a:off x="3335643" y="2787796"/>
              <a:ext cx="758066" cy="518914"/>
            </a:xfrm>
            <a:prstGeom prst="rect">
              <a:avLst/>
            </a:prstGeom>
            <a:solidFill>
              <a:srgbClr val="B88C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9C3012-39D5-01F1-A787-330AD4C525F2}"/>
                </a:ext>
              </a:extLst>
            </p:cNvPr>
            <p:cNvSpPr/>
            <p:nvPr/>
          </p:nvSpPr>
          <p:spPr>
            <a:xfrm>
              <a:off x="3335643" y="2781824"/>
              <a:ext cx="369665" cy="518914"/>
            </a:xfrm>
            <a:prstGeom prst="rect">
              <a:avLst/>
            </a:prstGeom>
            <a:solidFill>
              <a:srgbClr val="FFDA65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441780-DB07-000D-6931-0F011F7F0611}"/>
                </a:ext>
              </a:extLst>
            </p:cNvPr>
            <p:cNvSpPr/>
            <p:nvPr/>
          </p:nvSpPr>
          <p:spPr>
            <a:xfrm>
              <a:off x="4199263" y="2787796"/>
              <a:ext cx="1045939" cy="873958"/>
            </a:xfrm>
            <a:prstGeom prst="rect">
              <a:avLst/>
            </a:prstGeom>
            <a:solidFill>
              <a:srgbClr val="FF616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C67FA70-1E08-B3CA-31CB-1BC19930DDB1}"/>
                </a:ext>
              </a:extLst>
            </p:cNvPr>
            <p:cNvSpPr/>
            <p:nvPr/>
          </p:nvSpPr>
          <p:spPr>
            <a:xfrm>
              <a:off x="3335643" y="3823397"/>
              <a:ext cx="959577" cy="87395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051DF29-7FCE-D84F-27BB-EC61C6D2766D}"/>
                </a:ext>
              </a:extLst>
            </p:cNvPr>
            <p:cNvSpPr/>
            <p:nvPr/>
          </p:nvSpPr>
          <p:spPr>
            <a:xfrm>
              <a:off x="4381582" y="4068591"/>
              <a:ext cx="863620" cy="628764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075EBBF-75F0-B3E5-4E7A-17DFB66321A3}"/>
                </a:ext>
              </a:extLst>
            </p:cNvPr>
            <p:cNvSpPr/>
            <p:nvPr/>
          </p:nvSpPr>
          <p:spPr>
            <a:xfrm>
              <a:off x="4204422" y="2793818"/>
              <a:ext cx="1028641" cy="873958"/>
            </a:xfrm>
            <a:prstGeom prst="triangle">
              <a:avLst>
                <a:gd name="adj" fmla="val 100000"/>
              </a:avLst>
            </a:prstGeom>
            <a:solidFill>
              <a:srgbClr val="B4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BA7677-C334-5130-2AF9-756F56A97C50}"/>
                    </a:ext>
                  </a:extLst>
                </p:cNvPr>
                <p:cNvSpPr txBox="1"/>
                <p:nvPr/>
              </p:nvSpPr>
              <p:spPr>
                <a:xfrm>
                  <a:off x="4614806" y="3272290"/>
                  <a:ext cx="577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BA7677-C334-5130-2AF9-756F56A97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806" y="3272290"/>
                  <a:ext cx="577979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72896BB-2A59-5688-F18A-BCE126E128CE}"/>
                    </a:ext>
                  </a:extLst>
                </p:cNvPr>
                <p:cNvSpPr txBox="1"/>
                <p:nvPr/>
              </p:nvSpPr>
              <p:spPr>
                <a:xfrm>
                  <a:off x="4634887" y="4241652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72896BB-2A59-5688-F18A-BCE126E12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4887" y="4241652"/>
                  <a:ext cx="361030" cy="279057"/>
                </a:xfrm>
                <a:prstGeom prst="rect">
                  <a:avLst/>
                </a:prstGeom>
                <a:blipFill>
                  <a:blip r:embed="rId11"/>
                  <a:stretch>
                    <a:fillRect r="-1667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B4641B-EA68-D166-1F10-328D16170B5F}"/>
                    </a:ext>
                  </a:extLst>
                </p:cNvPr>
                <p:cNvSpPr txBox="1"/>
                <p:nvPr/>
              </p:nvSpPr>
              <p:spPr>
                <a:xfrm>
                  <a:off x="3662013" y="4171888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B4641B-EA68-D166-1F10-328D16170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2013" y="4171888"/>
                  <a:ext cx="361030" cy="279057"/>
                </a:xfrm>
                <a:prstGeom prst="rect">
                  <a:avLst/>
                </a:prstGeom>
                <a:blipFill>
                  <a:blip r:embed="rId12"/>
                  <a:stretch>
                    <a:fillRect r="-169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E904259-252E-8F9F-C399-3C7418FBFF76}"/>
                    </a:ext>
                  </a:extLst>
                </p:cNvPr>
                <p:cNvSpPr txBox="1"/>
                <p:nvPr/>
              </p:nvSpPr>
              <p:spPr>
                <a:xfrm>
                  <a:off x="3629906" y="2875917"/>
                  <a:ext cx="5823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E904259-252E-8F9F-C399-3C7418FBF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906" y="2875917"/>
                  <a:ext cx="58233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A3D85A-166B-4E29-4D14-F8026A62032B}"/>
                    </a:ext>
                  </a:extLst>
                </p:cNvPr>
                <p:cNvSpPr txBox="1"/>
                <p:nvPr/>
              </p:nvSpPr>
              <p:spPr>
                <a:xfrm>
                  <a:off x="3597072" y="3459756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A3D85A-166B-4E29-4D14-F8026A620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7072" y="3459756"/>
                  <a:ext cx="361030" cy="279057"/>
                </a:xfrm>
                <a:prstGeom prst="rect">
                  <a:avLst/>
                </a:prstGeom>
                <a:blipFill>
                  <a:blip r:embed="rId14"/>
                  <a:stretch>
                    <a:fillRect r="-339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D5605-8371-76F4-6577-DBBDC87C6AB3}"/>
                    </a:ext>
                  </a:extLst>
                </p:cNvPr>
                <p:cNvSpPr txBox="1"/>
                <p:nvPr/>
              </p:nvSpPr>
              <p:spPr>
                <a:xfrm>
                  <a:off x="3257987" y="2875917"/>
                  <a:ext cx="5779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D5605-8371-76F4-6577-DBBDC87C6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987" y="2875917"/>
                  <a:ext cx="5779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B709BB1-C6CD-16FF-DCE4-6B91471C7E93}"/>
                </a:ext>
              </a:extLst>
            </p:cNvPr>
            <p:cNvSpPr/>
            <p:nvPr/>
          </p:nvSpPr>
          <p:spPr>
            <a:xfrm>
              <a:off x="3335643" y="2790256"/>
              <a:ext cx="1909559" cy="1909559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135352-E7E3-FBD8-927C-860CC3ED1646}"/>
                    </a:ext>
                  </a:extLst>
                </p:cNvPr>
                <p:cNvSpPr txBox="1"/>
                <p:nvPr/>
              </p:nvSpPr>
              <p:spPr>
                <a:xfrm>
                  <a:off x="4184345" y="2848388"/>
                  <a:ext cx="5824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135352-E7E3-FBD8-927C-860CC3ED1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345" y="2848388"/>
                  <a:ext cx="58240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399FAB-4B08-6BD3-324D-928DCE1B9C72}"/>
                  </a:ext>
                </a:extLst>
              </p:cNvPr>
              <p:cNvSpPr txBox="1"/>
              <p:nvPr/>
            </p:nvSpPr>
            <p:spPr>
              <a:xfrm>
                <a:off x="495390" y="3166189"/>
                <a:ext cx="22784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399FAB-4B08-6BD3-324D-928DCE1B9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90" y="3166189"/>
                <a:ext cx="2278444" cy="276999"/>
              </a:xfrm>
              <a:prstGeom prst="rect">
                <a:avLst/>
              </a:prstGeom>
              <a:blipFill>
                <a:blip r:embed="rId17"/>
                <a:stretch>
                  <a:fillRect l="-1604" r="-3476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E59898-A81B-8C51-6AE5-6AD492C7E579}"/>
                  </a:ext>
                </a:extLst>
              </p:cNvPr>
              <p:cNvSpPr txBox="1"/>
              <p:nvPr/>
            </p:nvSpPr>
            <p:spPr>
              <a:xfrm>
                <a:off x="3286850" y="3213528"/>
                <a:ext cx="3335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E59898-A81B-8C51-6AE5-6AD492C7E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50" y="3213528"/>
                <a:ext cx="3335016" cy="276999"/>
              </a:xfrm>
              <a:prstGeom prst="rect">
                <a:avLst/>
              </a:prstGeom>
              <a:blipFill>
                <a:blip r:embed="rId18"/>
                <a:stretch>
                  <a:fillRect l="-914" r="-2194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6D565C77-1469-8506-4234-56CA6E858491}"/>
              </a:ext>
            </a:extLst>
          </p:cNvPr>
          <p:cNvSpPr txBox="1"/>
          <p:nvPr/>
        </p:nvSpPr>
        <p:spPr>
          <a:xfrm>
            <a:off x="821678" y="2754565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Vocabulary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6E463-1B89-4D38-80DC-011FB637418C}"/>
              </a:ext>
            </a:extLst>
          </p:cNvPr>
          <p:cNvSpPr txBox="1"/>
          <p:nvPr/>
        </p:nvSpPr>
        <p:spPr>
          <a:xfrm>
            <a:off x="4256493" y="2754565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Vocabulary 2</a:t>
            </a:r>
          </a:p>
        </p:txBody>
      </p:sp>
    </p:spTree>
    <p:extLst>
      <p:ext uri="{BB962C8B-B14F-4D97-AF65-F5344CB8AC3E}">
        <p14:creationId xmlns:p14="http://schemas.microsoft.com/office/powerpoint/2010/main" val="842019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ACF1-541B-921A-4EAF-7CAD339E4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F20D36-7FD7-0108-0AED-FBC491D3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dirty="0" err="1"/>
              <a:t>FoD</a:t>
            </a:r>
            <a:r>
              <a:rPr lang="en-US" dirty="0"/>
              <a:t> Alignment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9208F1-4F86-7BE3-9AB4-101C42F3D8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 each source uses the same vocabulary, by making them the same if necessary [</a:t>
            </a:r>
            <a:r>
              <a:rPr lang="en-US" dirty="0">
                <a:hlinkClick r:id="rId2" action="ppaction://hlinksldjump"/>
              </a:rPr>
              <a:t>7</a:t>
            </a:r>
            <a:r>
              <a:rPr lang="en-US" dirty="0"/>
              <a:t>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Otherwise, its impractical to compare and fuse the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15544D-8AE1-C27E-6381-33DFCCD6DCD9}"/>
              </a:ext>
            </a:extLst>
          </p:cNvPr>
          <p:cNvGrpSpPr/>
          <p:nvPr/>
        </p:nvGrpSpPr>
        <p:grpSpPr>
          <a:xfrm>
            <a:off x="679833" y="3604831"/>
            <a:ext cx="1909559" cy="1912019"/>
            <a:chOff x="5040533" y="3968537"/>
            <a:chExt cx="2527300" cy="25305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236E08-57E9-9EC2-9110-C7543D9341D7}"/>
                </a:ext>
              </a:extLst>
            </p:cNvPr>
            <p:cNvSpPr/>
            <p:nvPr/>
          </p:nvSpPr>
          <p:spPr>
            <a:xfrm>
              <a:off x="5040533" y="3968537"/>
              <a:ext cx="2527300" cy="25273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13606D4-5584-16D8-9D7E-C31DBC6B0ADF}"/>
                </a:ext>
              </a:extLst>
            </p:cNvPr>
            <p:cNvSpPr/>
            <p:nvPr/>
          </p:nvSpPr>
          <p:spPr>
            <a:xfrm>
              <a:off x="5040533" y="3968537"/>
              <a:ext cx="1003300" cy="68678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47C0C8-237C-428A-074C-AB42D9265B6A}"/>
                </a:ext>
              </a:extLst>
            </p:cNvPr>
            <p:cNvSpPr/>
            <p:nvPr/>
          </p:nvSpPr>
          <p:spPr>
            <a:xfrm>
              <a:off x="6183533" y="3968537"/>
              <a:ext cx="1384300" cy="1156683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5223CE4-C6F5-27FE-074F-B2DB49690524}"/>
                </a:ext>
              </a:extLst>
            </p:cNvPr>
            <p:cNvSpPr/>
            <p:nvPr/>
          </p:nvSpPr>
          <p:spPr>
            <a:xfrm>
              <a:off x="5040533" y="5339154"/>
              <a:ext cx="1270000" cy="1156683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29B37F-F018-B879-4C4D-84C42C23443E}"/>
                </a:ext>
              </a:extLst>
            </p:cNvPr>
            <p:cNvSpPr/>
            <p:nvPr/>
          </p:nvSpPr>
          <p:spPr>
            <a:xfrm>
              <a:off x="6424833" y="5663668"/>
              <a:ext cx="1143000" cy="832169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2AD8AD8-1B45-E99D-3FB1-07CF2B3253F9}"/>
                    </a:ext>
                  </a:extLst>
                </p:cNvPr>
                <p:cNvSpPr txBox="1"/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2AD8AD8-1B45-E99D-3FB1-07CF2B3253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4331" y="4285988"/>
                  <a:ext cx="47250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A1D281D-EC17-361A-15D1-5E3FC9C95CF5}"/>
                    </a:ext>
                  </a:extLst>
                </p:cNvPr>
                <p:cNvSpPr txBox="1"/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A1D281D-EC17-361A-15D1-5E3FC9C95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0082" y="5892715"/>
                  <a:ext cx="477823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169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53745C7-8B38-DFDB-1758-02DE0369B78B}"/>
                    </a:ext>
                  </a:extLst>
                </p:cNvPr>
                <p:cNvSpPr txBox="1"/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53745C7-8B38-DFDB-1758-02DE0369B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2483" y="5800382"/>
                  <a:ext cx="477823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3390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99BA406-A0B2-F0E7-233B-85743E4EAA79}"/>
                    </a:ext>
                  </a:extLst>
                </p:cNvPr>
                <p:cNvSpPr txBox="1"/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99BA406-A0B2-F0E7-233B-85743E4EAA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271" y="4147489"/>
                  <a:ext cx="47243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1695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385C56E-4E5D-B16C-C97F-C0F958D08A14}"/>
                    </a:ext>
                  </a:extLst>
                </p:cNvPr>
                <p:cNvSpPr txBox="1"/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385C56E-4E5D-B16C-C97F-C0F958D08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6534" y="4857876"/>
                  <a:ext cx="477823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1667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78CAFF-90C0-34DB-FB4A-250C4CC9FDBC}"/>
                </a:ext>
              </a:extLst>
            </p:cNvPr>
            <p:cNvSpPr/>
            <p:nvPr/>
          </p:nvSpPr>
          <p:spPr>
            <a:xfrm>
              <a:off x="5040533" y="3971793"/>
              <a:ext cx="2527300" cy="2527300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E4E3B53-2003-D660-CE94-0A42B319136F}"/>
              </a:ext>
            </a:extLst>
          </p:cNvPr>
          <p:cNvGrpSpPr/>
          <p:nvPr/>
        </p:nvGrpSpPr>
        <p:grpSpPr>
          <a:xfrm>
            <a:off x="3917408" y="3633279"/>
            <a:ext cx="1987215" cy="1917991"/>
            <a:chOff x="3257987" y="2781824"/>
            <a:chExt cx="1987215" cy="191799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580B6DC-51F4-A9BE-3924-F7278C10A57C}"/>
                </a:ext>
              </a:extLst>
            </p:cNvPr>
            <p:cNvSpPr/>
            <p:nvPr/>
          </p:nvSpPr>
          <p:spPr>
            <a:xfrm>
              <a:off x="3335643" y="2787796"/>
              <a:ext cx="1909559" cy="190955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AE1A44F-813C-284E-3F85-F19EC6DE0D41}"/>
                </a:ext>
              </a:extLst>
            </p:cNvPr>
            <p:cNvSpPr/>
            <p:nvPr/>
          </p:nvSpPr>
          <p:spPr>
            <a:xfrm>
              <a:off x="3335643" y="2787796"/>
              <a:ext cx="758066" cy="518914"/>
            </a:xfrm>
            <a:prstGeom prst="rect">
              <a:avLst/>
            </a:prstGeom>
            <a:solidFill>
              <a:srgbClr val="B88C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9C3012-39D5-01F1-A787-330AD4C525F2}"/>
                </a:ext>
              </a:extLst>
            </p:cNvPr>
            <p:cNvSpPr/>
            <p:nvPr/>
          </p:nvSpPr>
          <p:spPr>
            <a:xfrm>
              <a:off x="3335643" y="2781824"/>
              <a:ext cx="369665" cy="518914"/>
            </a:xfrm>
            <a:prstGeom prst="rect">
              <a:avLst/>
            </a:prstGeom>
            <a:solidFill>
              <a:srgbClr val="FFDA65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441780-DB07-000D-6931-0F011F7F0611}"/>
                </a:ext>
              </a:extLst>
            </p:cNvPr>
            <p:cNvSpPr/>
            <p:nvPr/>
          </p:nvSpPr>
          <p:spPr>
            <a:xfrm>
              <a:off x="4199263" y="2787796"/>
              <a:ext cx="1045939" cy="873958"/>
            </a:xfrm>
            <a:prstGeom prst="rect">
              <a:avLst/>
            </a:prstGeom>
            <a:solidFill>
              <a:srgbClr val="FF6161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C67FA70-1E08-B3CA-31CB-1BC19930DDB1}"/>
                </a:ext>
              </a:extLst>
            </p:cNvPr>
            <p:cNvSpPr/>
            <p:nvPr/>
          </p:nvSpPr>
          <p:spPr>
            <a:xfrm>
              <a:off x="3335643" y="3823397"/>
              <a:ext cx="959577" cy="873958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051DF29-7FCE-D84F-27BB-EC61C6D2766D}"/>
                </a:ext>
              </a:extLst>
            </p:cNvPr>
            <p:cNvSpPr/>
            <p:nvPr/>
          </p:nvSpPr>
          <p:spPr>
            <a:xfrm>
              <a:off x="4381582" y="4068591"/>
              <a:ext cx="863620" cy="628764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5075EBBF-75F0-B3E5-4E7A-17DFB66321A3}"/>
                </a:ext>
              </a:extLst>
            </p:cNvPr>
            <p:cNvSpPr/>
            <p:nvPr/>
          </p:nvSpPr>
          <p:spPr>
            <a:xfrm>
              <a:off x="4204422" y="2793818"/>
              <a:ext cx="1028641" cy="873958"/>
            </a:xfrm>
            <a:prstGeom prst="triangle">
              <a:avLst>
                <a:gd name="adj" fmla="val 100000"/>
              </a:avLst>
            </a:prstGeom>
            <a:solidFill>
              <a:srgbClr val="B4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BA7677-C334-5130-2AF9-756F56A97C50}"/>
                    </a:ext>
                  </a:extLst>
                </p:cNvPr>
                <p:cNvSpPr txBox="1"/>
                <p:nvPr/>
              </p:nvSpPr>
              <p:spPr>
                <a:xfrm>
                  <a:off x="4614806" y="3272290"/>
                  <a:ext cx="577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9BA7677-C334-5130-2AF9-756F56A97C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806" y="3272290"/>
                  <a:ext cx="577979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72896BB-2A59-5688-F18A-BCE126E128CE}"/>
                    </a:ext>
                  </a:extLst>
                </p:cNvPr>
                <p:cNvSpPr txBox="1"/>
                <p:nvPr/>
              </p:nvSpPr>
              <p:spPr>
                <a:xfrm>
                  <a:off x="4634887" y="4241652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72896BB-2A59-5688-F18A-BCE126E12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34887" y="4241652"/>
                  <a:ext cx="361030" cy="279057"/>
                </a:xfrm>
                <a:prstGeom prst="rect">
                  <a:avLst/>
                </a:prstGeom>
                <a:blipFill>
                  <a:blip r:embed="rId11"/>
                  <a:stretch>
                    <a:fillRect r="-1667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B4641B-EA68-D166-1F10-328D16170B5F}"/>
                    </a:ext>
                  </a:extLst>
                </p:cNvPr>
                <p:cNvSpPr txBox="1"/>
                <p:nvPr/>
              </p:nvSpPr>
              <p:spPr>
                <a:xfrm>
                  <a:off x="3662013" y="4171888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5B4641B-EA68-D166-1F10-328D16170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2013" y="4171888"/>
                  <a:ext cx="361030" cy="279057"/>
                </a:xfrm>
                <a:prstGeom prst="rect">
                  <a:avLst/>
                </a:prstGeom>
                <a:blipFill>
                  <a:blip r:embed="rId12"/>
                  <a:stretch>
                    <a:fillRect r="-1695" b="-326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E904259-252E-8F9F-C399-3C7418FBFF76}"/>
                    </a:ext>
                  </a:extLst>
                </p:cNvPr>
                <p:cNvSpPr txBox="1"/>
                <p:nvPr/>
              </p:nvSpPr>
              <p:spPr>
                <a:xfrm>
                  <a:off x="3629906" y="2875917"/>
                  <a:ext cx="5823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E904259-252E-8F9F-C399-3C7418FBF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906" y="2875917"/>
                  <a:ext cx="58233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A3D85A-166B-4E29-4D14-F8026A62032B}"/>
                    </a:ext>
                  </a:extLst>
                </p:cNvPr>
                <p:cNvSpPr txBox="1"/>
                <p:nvPr/>
              </p:nvSpPr>
              <p:spPr>
                <a:xfrm>
                  <a:off x="3597072" y="3459756"/>
                  <a:ext cx="361030" cy="2790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0A3D85A-166B-4E29-4D14-F8026A6203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7072" y="3459756"/>
                  <a:ext cx="361030" cy="279057"/>
                </a:xfrm>
                <a:prstGeom prst="rect">
                  <a:avLst/>
                </a:prstGeom>
                <a:blipFill>
                  <a:blip r:embed="rId14"/>
                  <a:stretch>
                    <a:fillRect r="-339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D5605-8371-76F4-6577-DBBDC87C6AB3}"/>
                    </a:ext>
                  </a:extLst>
                </p:cNvPr>
                <p:cNvSpPr txBox="1"/>
                <p:nvPr/>
              </p:nvSpPr>
              <p:spPr>
                <a:xfrm>
                  <a:off x="3257987" y="2875917"/>
                  <a:ext cx="5779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32D5605-8371-76F4-6577-DBBDC87C6A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7987" y="2875917"/>
                  <a:ext cx="577915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B709BB1-C6CD-16FF-DCE4-6B91471C7E93}"/>
                </a:ext>
              </a:extLst>
            </p:cNvPr>
            <p:cNvSpPr/>
            <p:nvPr/>
          </p:nvSpPr>
          <p:spPr>
            <a:xfrm>
              <a:off x="3335643" y="2790256"/>
              <a:ext cx="1909559" cy="1909559"/>
            </a:xfrm>
            <a:prstGeom prst="rect">
              <a:avLst/>
            </a:prstGeom>
            <a:noFill/>
            <a:ln w="571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135352-E7E3-FBD8-927C-860CC3ED1646}"/>
                    </a:ext>
                  </a:extLst>
                </p:cNvPr>
                <p:cNvSpPr txBox="1"/>
                <p:nvPr/>
              </p:nvSpPr>
              <p:spPr>
                <a:xfrm>
                  <a:off x="4184345" y="2848388"/>
                  <a:ext cx="5824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3135352-E7E3-FBD8-927C-860CC3ED1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4345" y="2848388"/>
                  <a:ext cx="582404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399FAB-4B08-6BD3-324D-928DCE1B9C72}"/>
                  </a:ext>
                </a:extLst>
              </p:cNvPr>
              <p:cNvSpPr txBox="1"/>
              <p:nvPr/>
            </p:nvSpPr>
            <p:spPr>
              <a:xfrm>
                <a:off x="495390" y="3166189"/>
                <a:ext cx="22784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399FAB-4B08-6BD3-324D-928DCE1B9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90" y="3166189"/>
                <a:ext cx="2278444" cy="276999"/>
              </a:xfrm>
              <a:prstGeom prst="rect">
                <a:avLst/>
              </a:prstGeom>
              <a:blipFill>
                <a:blip r:embed="rId17"/>
                <a:stretch>
                  <a:fillRect l="-1604" r="-3476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E59898-A81B-8C51-6AE5-6AD492C7E579}"/>
                  </a:ext>
                </a:extLst>
              </p:cNvPr>
              <p:cNvSpPr txBox="1"/>
              <p:nvPr/>
            </p:nvSpPr>
            <p:spPr>
              <a:xfrm>
                <a:off x="3286850" y="3213528"/>
                <a:ext cx="33350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3E59898-A81B-8C51-6AE5-6AD492C7E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50" y="3213528"/>
                <a:ext cx="3335016" cy="276999"/>
              </a:xfrm>
              <a:prstGeom prst="rect">
                <a:avLst/>
              </a:prstGeom>
              <a:blipFill>
                <a:blip r:embed="rId18"/>
                <a:stretch>
                  <a:fillRect l="-914" r="-2194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6D565C77-1469-8506-4234-56CA6E858491}"/>
              </a:ext>
            </a:extLst>
          </p:cNvPr>
          <p:cNvSpPr txBox="1"/>
          <p:nvPr/>
        </p:nvSpPr>
        <p:spPr>
          <a:xfrm>
            <a:off x="821678" y="2754565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Vocabulary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6E463-1B89-4D38-80DC-011FB637418C}"/>
              </a:ext>
            </a:extLst>
          </p:cNvPr>
          <p:cNvSpPr txBox="1"/>
          <p:nvPr/>
        </p:nvSpPr>
        <p:spPr>
          <a:xfrm>
            <a:off x="4256493" y="2754565"/>
            <a:ext cx="1518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Vocabulary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12B425-93D8-05D5-9D3C-F7EDD44CA379}"/>
                  </a:ext>
                </a:extLst>
              </p:cNvPr>
              <p:cNvSpPr txBox="1"/>
              <p:nvPr/>
            </p:nvSpPr>
            <p:spPr>
              <a:xfrm>
                <a:off x="6096000" y="4622757"/>
                <a:ext cx="6096000" cy="4456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12B425-93D8-05D5-9D3C-F7EDD44C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622757"/>
                <a:ext cx="6096000" cy="4456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1D6DDD-C678-415D-480D-196D080F0F2E}"/>
                  </a:ext>
                </a:extLst>
              </p:cNvPr>
              <p:cNvSpPr txBox="1"/>
              <p:nvPr/>
            </p:nvSpPr>
            <p:spPr>
              <a:xfrm>
                <a:off x="7108784" y="3235997"/>
                <a:ext cx="4660223" cy="1438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b="0" dirty="0"/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dirty="0"/>
                  <a:t> </a:t>
                </a:r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dirty="0"/>
                  <a:t> 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1D6DDD-C678-415D-480D-196D080F0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784" y="3235997"/>
                <a:ext cx="4660223" cy="1438855"/>
              </a:xfrm>
              <a:prstGeom prst="rect">
                <a:avLst/>
              </a:prstGeom>
              <a:blipFill>
                <a:blip r:embed="rId20"/>
                <a:stretch>
                  <a:fillRect b="-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A9DCB7-B5D7-F1AF-3E32-16F9892D1827}"/>
                  </a:ext>
                </a:extLst>
              </p:cNvPr>
              <p:cNvSpPr txBox="1"/>
              <p:nvPr/>
            </p:nvSpPr>
            <p:spPr>
              <a:xfrm>
                <a:off x="7099141" y="5077411"/>
                <a:ext cx="4660223" cy="1118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lang="en-US" sz="1800" b="0" dirty="0"/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788649" lvl="2" indent="-342900"/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bSup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1800" dirty="0"/>
                  <a:t>  </a:t>
                </a: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9A9DCB7-B5D7-F1AF-3E32-16F9892D1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141" y="5077411"/>
                <a:ext cx="4660223" cy="111889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C100AE5F-10B8-EECA-EC0E-3D40C1CA5EF2}"/>
              </a:ext>
            </a:extLst>
          </p:cNvPr>
          <p:cNvSpPr txBox="1"/>
          <p:nvPr/>
        </p:nvSpPr>
        <p:spPr>
          <a:xfrm>
            <a:off x="7558942" y="2796857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097814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sz="3200" dirty="0"/>
              <a:t>Probability Calibration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 is a need to calibrate [</a:t>
                </a:r>
                <a:r>
                  <a:rPr lang="en-US" dirty="0">
                    <a:hlinkClick r:id="rId2" action="ppaction://hlinksldjump"/>
                  </a:rPr>
                  <a:t>7</a:t>
                </a:r>
                <a:r>
                  <a:rPr lang="en-US" dirty="0"/>
                  <a:t>]: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Overconfident sources (sources that provide a higher probability, in their max probable estimate, than is observed).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Any existing tracking ambiguity.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Calibrating overconfidence, given a confusion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𝐶𝑀</m:t>
                    </m:r>
                  </m:oMath>
                </a14:m>
                <a:r>
                  <a:rPr lang="en-US" dirty="0"/>
                  <a:t>, normalized to truth</a:t>
                </a:r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Normalize by column to create </a:t>
                </a:r>
                <a:br>
                  <a:rPr lang="en-US" dirty="0"/>
                </a:br>
                <a:r>
                  <a:rPr lang="en-US" dirty="0"/>
                  <a:t>a power matrix, PM:</a:t>
                </a:r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Transform columns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via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dirty="0"/>
                  <a:t> and CF</a:t>
                </a:r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Transform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via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Calculate calibrated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marL="461962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eqArr>
                                    <m:eqArr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1..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Θ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eqAr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  <a:blipFill>
                <a:blip r:embed="rId3"/>
                <a:stretch>
                  <a:fillRect l="-732" t="-88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686CADC-B8B6-EFAF-1A64-45F28904EEFE}"/>
                  </a:ext>
                </a:extLst>
              </p:cNvPr>
              <p:cNvSpPr/>
              <p:nvPr/>
            </p:nvSpPr>
            <p:spPr>
              <a:xfrm>
                <a:off x="6141465" y="3814727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686CADC-B8B6-EFAF-1A64-45F28904E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465" y="3814727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90712C8-7551-D17F-364A-3E8EA9C7C1FC}"/>
              </a:ext>
            </a:extLst>
          </p:cNvPr>
          <p:cNvSpPr txBox="1"/>
          <p:nvPr/>
        </p:nvSpPr>
        <p:spPr>
          <a:xfrm rot="16200000">
            <a:off x="5599458" y="4080689"/>
            <a:ext cx="71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913C1-496D-6EDB-C515-7207789B063F}"/>
              </a:ext>
            </a:extLst>
          </p:cNvPr>
          <p:cNvSpPr txBox="1"/>
          <p:nvPr/>
        </p:nvSpPr>
        <p:spPr>
          <a:xfrm>
            <a:off x="6313116" y="344539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3D17E9-2497-2F8D-1D8B-9C41E56BC008}"/>
                  </a:ext>
                </a:extLst>
              </p:cNvPr>
              <p:cNvSpPr txBox="1"/>
              <p:nvPr/>
            </p:nvSpPr>
            <p:spPr>
              <a:xfrm>
                <a:off x="7143390" y="3908013"/>
                <a:ext cx="1431930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𝑟𝑜𝑤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3D17E9-2497-2F8D-1D8B-9C41E56BC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390" y="3908013"/>
                <a:ext cx="1431930" cy="763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Left 10">
            <a:extLst>
              <a:ext uri="{FF2B5EF4-FFF2-40B4-BE49-F238E27FC236}">
                <a16:creationId xmlns:a16="http://schemas.microsoft.com/office/drawing/2014/main" id="{257413CE-80EF-C5C6-71D9-9CE05669D871}"/>
              </a:ext>
            </a:extLst>
          </p:cNvPr>
          <p:cNvSpPr/>
          <p:nvPr/>
        </p:nvSpPr>
        <p:spPr>
          <a:xfrm flipH="1">
            <a:off x="8662658" y="3696296"/>
            <a:ext cx="1579574" cy="102509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Normalize By Column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B8A919-0AD5-B42B-392C-4D98C9D494EB}"/>
                  </a:ext>
                </a:extLst>
              </p:cNvPr>
              <p:cNvSpPr/>
              <p:nvPr/>
            </p:nvSpPr>
            <p:spPr>
              <a:xfrm>
                <a:off x="10840677" y="3357526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B8A919-0AD5-B42B-392C-4D98C9D49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677" y="3357526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28ED8AC-1975-CD57-ADA2-81D726AA1D1A}"/>
              </a:ext>
            </a:extLst>
          </p:cNvPr>
          <p:cNvSpPr txBox="1"/>
          <p:nvPr/>
        </p:nvSpPr>
        <p:spPr>
          <a:xfrm rot="16200000">
            <a:off x="10298670" y="3623488"/>
            <a:ext cx="71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565704-1856-BB04-8A24-47FD9E086FE6}"/>
              </a:ext>
            </a:extLst>
          </p:cNvPr>
          <p:cNvSpPr txBox="1"/>
          <p:nvPr/>
        </p:nvSpPr>
        <p:spPr>
          <a:xfrm>
            <a:off x="11012328" y="298819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CAAFDA-4C45-90EC-FB1F-3CD1EB9241AC}"/>
                  </a:ext>
                </a:extLst>
              </p:cNvPr>
              <p:cNvSpPr txBox="1"/>
              <p:nvPr/>
            </p:nvSpPr>
            <p:spPr>
              <a:xfrm>
                <a:off x="10403754" y="4258782"/>
                <a:ext cx="1788246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𝑐𝑜𝑙𝑢𝑚𝑛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CAAFDA-4C45-90EC-FB1F-3CD1EB924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3754" y="4258782"/>
                <a:ext cx="1788246" cy="763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99E5875-D57B-8C93-3AA2-96711914B419}"/>
              </a:ext>
            </a:extLst>
          </p:cNvPr>
          <p:cNvSpPr txBox="1"/>
          <p:nvPr/>
        </p:nvSpPr>
        <p:spPr>
          <a:xfrm>
            <a:off x="668822" y="6548042"/>
            <a:ext cx="5200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*Note: call is the highest probable predicted proposition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Arrow: Left 16">
                <a:extLst>
                  <a:ext uri="{FF2B5EF4-FFF2-40B4-BE49-F238E27FC236}">
                    <a16:creationId xmlns:a16="http://schemas.microsoft.com/office/drawing/2014/main" id="{48BA0590-80A3-7137-267C-746F43F79419}"/>
                  </a:ext>
                </a:extLst>
              </p:cNvPr>
              <p:cNvSpPr/>
              <p:nvPr/>
            </p:nvSpPr>
            <p:spPr>
              <a:xfrm rot="20505917">
                <a:off x="8982274" y="4555384"/>
                <a:ext cx="1406793" cy="1205172"/>
              </a:xfrm>
              <a:prstGeom prst="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Columns 2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Arrow: Left 16">
                <a:extLst>
                  <a:ext uri="{FF2B5EF4-FFF2-40B4-BE49-F238E27FC236}">
                    <a16:creationId xmlns:a16="http://schemas.microsoft.com/office/drawing/2014/main" id="{48BA0590-80A3-7137-267C-746F43F79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505917">
                <a:off x="8982274" y="4555384"/>
                <a:ext cx="1406793" cy="1205172"/>
              </a:xfrm>
              <a:prstGeom prst="leftArrow">
                <a:avLst/>
              </a:prstGeom>
              <a:blipFill>
                <a:blip r:embed="rId8"/>
                <a:stretch>
                  <a:fillRect t="-2062" r="-1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45C0A4-A50B-2404-3D0F-C489F0B4D3D9}"/>
                  </a:ext>
                </a:extLst>
              </p:cNvPr>
              <p:cNvSpPr/>
              <p:nvPr/>
            </p:nvSpPr>
            <p:spPr>
              <a:xfrm>
                <a:off x="7971907" y="5380006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445C0A4-A50B-2404-3D0F-C489F0B4D3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1907" y="5380006"/>
                <a:ext cx="9144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A8556BBA-04BA-A744-AEB0-BDB14E39AC6B}"/>
              </a:ext>
            </a:extLst>
          </p:cNvPr>
          <p:cNvSpPr txBox="1"/>
          <p:nvPr/>
        </p:nvSpPr>
        <p:spPr>
          <a:xfrm rot="16200000">
            <a:off x="7429900" y="5645968"/>
            <a:ext cx="71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9D3700-59C1-4977-80E9-85FF18AB9E69}"/>
              </a:ext>
            </a:extLst>
          </p:cNvPr>
          <p:cNvSpPr txBox="1"/>
          <p:nvPr/>
        </p:nvSpPr>
        <p:spPr>
          <a:xfrm>
            <a:off x="8143558" y="501067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Call*</a:t>
            </a:r>
          </a:p>
        </p:txBody>
      </p:sp>
    </p:spTree>
    <p:extLst>
      <p:ext uri="{BB962C8B-B14F-4D97-AF65-F5344CB8AC3E}">
        <p14:creationId xmlns:p14="http://schemas.microsoft.com/office/powerpoint/2010/main" val="1948362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sz="3200" dirty="0"/>
              <a:t>Probability Calibration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 is a need to calibrate [</a:t>
                </a:r>
                <a:r>
                  <a:rPr lang="en-US" dirty="0">
                    <a:hlinkClick r:id="rId3" action="ppaction://hlinksldjump"/>
                  </a:rPr>
                  <a:t>7</a:t>
                </a:r>
                <a:r>
                  <a:rPr lang="en-US" dirty="0"/>
                  <a:t>]: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Overconfident sources (sources that provide a higher probability, in their max probable estimate, than is observed).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Any existing tracking ambiguity.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Calibrating overconfidence examples:</a:t>
                </a:r>
              </a:p>
              <a:p>
                <a:pPr marL="665163" lvl="1" indent="-2032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665163" lvl="1" indent="-2032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.50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665163" lvl="1" indent="-203200"/>
                <a:r>
                  <a:rPr lang="en-US" dirty="0"/>
                  <a:t>Example 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1,0,0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𝐶𝐴𝐿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  <a:p>
                <a:pPr marL="665163" lvl="1" indent="-203200"/>
                <a:r>
                  <a:rPr lang="en-US" dirty="0"/>
                  <a:t>Example 2: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𝐶𝐴𝐿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  <a:p>
                <a:pPr marL="665163" lvl="1" indent="-203200"/>
                <a:r>
                  <a:rPr lang="en-US" dirty="0"/>
                  <a:t>Example 3: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𝐶𝐴𝐿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  <a:blipFill>
                <a:blip r:embed="rId4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99E5875-D57B-8C93-3AA2-96711914B419}"/>
              </a:ext>
            </a:extLst>
          </p:cNvPr>
          <p:cNvSpPr txBox="1"/>
          <p:nvPr/>
        </p:nvSpPr>
        <p:spPr>
          <a:xfrm>
            <a:off x="668822" y="6548042"/>
            <a:ext cx="5200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*Note: call is the highest probable predicted proposition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70AC33-677C-215A-0219-CDB3996B22FF}"/>
                  </a:ext>
                </a:extLst>
              </p:cNvPr>
              <p:cNvSpPr txBox="1"/>
              <p:nvPr/>
            </p:nvSpPr>
            <p:spPr>
              <a:xfrm>
                <a:off x="6194323" y="2401023"/>
                <a:ext cx="6096000" cy="24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Normalize by column to create </a:t>
                </a:r>
                <a:br>
                  <a:rPr lang="en-US" dirty="0"/>
                </a:br>
                <a:r>
                  <a:rPr lang="en-US" dirty="0"/>
                  <a:t>a power matrix, PM:</a:t>
                </a:r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Transform columns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via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US" dirty="0"/>
                  <a:t> and CF</a:t>
                </a:r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Transform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via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796925" lvl="1" indent="-334963">
                  <a:buFont typeface="+mj-lt"/>
                  <a:buAutoNum type="arabicPeriod"/>
                </a:pPr>
                <a:r>
                  <a:rPr lang="en-US" dirty="0"/>
                  <a:t>Calculate calibrated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marL="461962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eqArr>
                                    <m:eqArr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1..</m:t>
                                          </m:r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Θ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eqArr>
                                </m:sub>
                                <m:sup/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70AC33-677C-215A-0219-CDB3996B2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323" y="2401023"/>
                <a:ext cx="6096000" cy="2454326"/>
              </a:xfrm>
              <a:prstGeom prst="rect">
                <a:avLst/>
              </a:prstGeom>
              <a:blipFill>
                <a:blip r:embed="rId5"/>
                <a:stretch>
                  <a:fillRect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6D82748-E4C5-5813-01B0-EC3E07165C5A}"/>
                  </a:ext>
                </a:extLst>
              </p:cNvPr>
              <p:cNvSpPr/>
              <p:nvPr/>
            </p:nvSpPr>
            <p:spPr>
              <a:xfrm>
                <a:off x="7845552" y="5288178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6D82748-E4C5-5813-01B0-EC3E07165C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552" y="5288178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9A4E305-9384-96FF-6C62-9196FC8C3ADE}"/>
              </a:ext>
            </a:extLst>
          </p:cNvPr>
          <p:cNvSpPr txBox="1"/>
          <p:nvPr/>
        </p:nvSpPr>
        <p:spPr>
          <a:xfrm rot="16200000">
            <a:off x="7303545" y="5554140"/>
            <a:ext cx="714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EA5DAA-1998-2AAA-8B27-0F35C625D9A9}"/>
              </a:ext>
            </a:extLst>
          </p:cNvPr>
          <p:cNvSpPr txBox="1"/>
          <p:nvPr/>
        </p:nvSpPr>
        <p:spPr>
          <a:xfrm>
            <a:off x="8017203" y="491884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Call*</a:t>
            </a:r>
          </a:p>
        </p:txBody>
      </p:sp>
    </p:spTree>
    <p:extLst>
      <p:ext uri="{BB962C8B-B14F-4D97-AF65-F5344CB8AC3E}">
        <p14:creationId xmlns:p14="http://schemas.microsoft.com/office/powerpoint/2010/main" val="2526765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sz="3200" dirty="0"/>
              <a:t>Probability Calibration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 is a need to calibrate [</a:t>
                </a:r>
                <a:r>
                  <a:rPr lang="en-US" dirty="0">
                    <a:hlinkClick r:id="rId3" action="ppaction://hlinksldjump"/>
                  </a:rPr>
                  <a:t>7</a:t>
                </a:r>
                <a:r>
                  <a:rPr lang="en-US" dirty="0"/>
                  <a:t>]: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Overconfident sources (sources that provide a higher probability, in their max probable estimate, than is observed).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Any existing tracking ambiguity.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Calibrating track ambiguity given a track-to-track</a:t>
                </a:r>
                <a:br>
                  <a:rPr lang="en-US" dirty="0"/>
                </a:br>
                <a:r>
                  <a:rPr lang="en-US" dirty="0"/>
                  <a:t>ambiguity matrix,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𝐴𝑀</m:t>
                    </m:r>
                  </m:oMath>
                </a14:m>
                <a:endParaRPr lang="en-US" dirty="0"/>
              </a:p>
              <a:p>
                <a:pPr marL="401638" lvl="1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𝑇𝑟𝑎𝑐𝑘𝑠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𝐶𝐴𝐿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1..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𝑇𝑟𝑎𝑐𝑘𝑠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𝐵𝑒𝑡𝑃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  <a:blipFill>
                <a:blip r:embed="rId4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6937DF6-989F-008B-8E21-FA5ECA405D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6000" t="30015" r="28300" b="40406"/>
          <a:stretch/>
        </p:blipFill>
        <p:spPr>
          <a:xfrm>
            <a:off x="8372677" y="2393685"/>
            <a:ext cx="3556310" cy="3629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1F5183-E3BF-5337-59E0-6C02C32DDF5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9244" t="59208" r="28300" b="36200"/>
          <a:stretch/>
        </p:blipFill>
        <p:spPr>
          <a:xfrm>
            <a:off x="8740050" y="5973346"/>
            <a:ext cx="2821563" cy="5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72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</a:t>
            </a:r>
            <a:r>
              <a:rPr lang="en-US" sz="3200" dirty="0"/>
              <a:t>Probability Calibration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There is a need to calibrate [</a:t>
                </a:r>
                <a:r>
                  <a:rPr lang="en-US" dirty="0">
                    <a:hlinkClick r:id="rId3" action="ppaction://hlinksldjump"/>
                  </a:rPr>
                  <a:t>7</a:t>
                </a:r>
                <a:r>
                  <a:rPr lang="en-US" dirty="0"/>
                  <a:t>]: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Overconfident sources (sources that provide a higher probability, in their max probable estimate, than is observed).</a:t>
                </a:r>
              </a:p>
              <a:p>
                <a:pPr marL="666740" lvl="1" indent="-457200">
                  <a:buFont typeface="+mj-lt"/>
                  <a:buAutoNum type="arabicPeriod"/>
                </a:pPr>
                <a:r>
                  <a:rPr lang="en-US" dirty="0"/>
                  <a:t>Any existing tracking ambiguity.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dirty="0"/>
                  <a:t>Calibrating track ambiguity examples:</a:t>
                </a:r>
              </a:p>
              <a:p>
                <a:pPr marL="665163" lvl="1" indent="-2032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665163" lvl="1" indent="-20320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.50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0.75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i.e., 3 tracks</a:t>
                </a:r>
              </a:p>
              <a:p>
                <a:pPr marL="665163" lvl="1" indent="-20320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5,0.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𝐶𝐴𝐿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665163" lvl="1" indent="-20320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0.0,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𝐶𝐴𝐿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665163" lvl="1" indent="-203200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,0.0,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𝐵𝑒𝑡𝑃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𝐶𝐴𝐿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453421" y="1333793"/>
                <a:ext cx="10830952" cy="4820025"/>
              </a:xfrm>
              <a:blipFill>
                <a:blip r:embed="rId4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8B4D83-548B-FBD7-918C-2336C77547F3}"/>
                  </a:ext>
                </a:extLst>
              </p:cNvPr>
              <p:cNvSpPr txBox="1"/>
              <p:nvPr/>
            </p:nvSpPr>
            <p:spPr>
              <a:xfrm>
                <a:off x="5868897" y="2489185"/>
                <a:ext cx="6096000" cy="1355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01638" lvl="1"/>
                <a:r>
                  <a:rPr lang="en-US" dirty="0"/>
                  <a:t>Calculate calibrated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1..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𝑇𝑟𝑎𝑐𝑘𝑠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latin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𝐵𝑒𝑡𝑃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𝐶𝐴𝐿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1..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𝑇𝑟𝑎𝑐𝑘𝑠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𝐵𝑒𝑡𝑃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98B4D83-548B-FBD7-918C-2336C7754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897" y="2489185"/>
                <a:ext cx="6096000" cy="1355243"/>
              </a:xfrm>
              <a:prstGeom prst="rect">
                <a:avLst/>
              </a:prstGeom>
              <a:blipFill>
                <a:blip r:embed="rId5"/>
                <a:stretch>
                  <a:fillRect t="-2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7D1F21-14DE-6052-9A9F-3DD7F66C9CEC}"/>
                  </a:ext>
                </a:extLst>
              </p:cNvPr>
              <p:cNvSpPr/>
              <p:nvPr/>
            </p:nvSpPr>
            <p:spPr>
              <a:xfrm>
                <a:off x="7650480" y="5548622"/>
                <a:ext cx="914400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𝐴𝑀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7D1F21-14DE-6052-9A9F-3DD7F66C9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0480" y="5548622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34F2233-858A-ED4C-F921-E92A313AD6D6}"/>
              </a:ext>
            </a:extLst>
          </p:cNvPr>
          <p:cNvSpPr txBox="1"/>
          <p:nvPr/>
        </p:nvSpPr>
        <p:spPr>
          <a:xfrm rot="16200000">
            <a:off x="6763129" y="5641960"/>
            <a:ext cx="1147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Tracks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1F36F-FE0E-5FC0-A7EC-473E1C2ABA25}"/>
              </a:ext>
            </a:extLst>
          </p:cNvPr>
          <p:cNvSpPr txBox="1"/>
          <p:nvPr/>
        </p:nvSpPr>
        <p:spPr>
          <a:xfrm>
            <a:off x="7542999" y="4902291"/>
            <a:ext cx="1138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Expert Tracks</a:t>
            </a:r>
          </a:p>
        </p:txBody>
      </p:sp>
    </p:spTree>
    <p:extLst>
      <p:ext uri="{BB962C8B-B14F-4D97-AF65-F5344CB8AC3E}">
        <p14:creationId xmlns:p14="http://schemas.microsoft.com/office/powerpoint/2010/main" val="1194958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Pre-Fusion Processing: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Removing Priors: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𝐵𝑒𝑡𝑃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err="1"/>
                  <a:t>FoD</a:t>
                </a:r>
                <a:r>
                  <a:rPr lang="en-US" sz="2400" dirty="0"/>
                  <a:t> Alignment: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Probability Calibration: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sz="2400" dirty="0"/>
                  <a:t> &amp;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1EE5144-B854-E0A2-4FE9-52EE2F3F6C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465" y="1564217"/>
            <a:ext cx="5943304" cy="43638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15AE69-D011-0E5D-3197-C784C8B644B7}"/>
                  </a:ext>
                </a:extLst>
              </p:cNvPr>
              <p:cNvSpPr txBox="1"/>
              <p:nvPr/>
            </p:nvSpPr>
            <p:spPr>
              <a:xfrm>
                <a:off x="6148596" y="1618843"/>
                <a:ext cx="187301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is desired </a:t>
                </a:r>
                <a:r>
                  <a:rPr lang="en-US" dirty="0" err="1"/>
                  <a:t>FoD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is expert’s </a:t>
                </a:r>
                <a:r>
                  <a:rPr lang="en-US" dirty="0" err="1"/>
                  <a:t>FoD</a:t>
                </a: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15AE69-D011-0E5D-3197-C784C8B64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596" y="1618843"/>
                <a:ext cx="1873013" cy="553998"/>
              </a:xfrm>
              <a:prstGeom prst="rect">
                <a:avLst/>
              </a:prstGeom>
              <a:blipFill>
                <a:blip r:embed="rId4"/>
                <a:stretch>
                  <a:fillRect l="-4560" t="-14444" r="-6840" b="-2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896E97A8-8F17-68EA-5E6B-6C323FC80B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5930" y="1744315"/>
            <a:ext cx="1201266" cy="7373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CF54E5-533A-023A-C785-BCD9806BAA16}"/>
                  </a:ext>
                </a:extLst>
              </p:cNvPr>
              <p:cNvSpPr txBox="1"/>
              <p:nvPr/>
            </p:nvSpPr>
            <p:spPr>
              <a:xfrm>
                <a:off x="6148596" y="5525831"/>
                <a:ext cx="1397958" cy="375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CF54E5-533A-023A-C785-BCD9806BA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596" y="5525831"/>
                <a:ext cx="1397958" cy="375872"/>
              </a:xfrm>
              <a:prstGeom prst="rect">
                <a:avLst/>
              </a:prstGeom>
              <a:blipFill>
                <a:blip r:embed="rId6"/>
                <a:stretch>
                  <a:fillRect t="-4839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576545-F371-91FC-F348-35FD3497CF85}"/>
              </a:ext>
            </a:extLst>
          </p:cNvPr>
          <p:cNvSpPr txBox="1"/>
          <p:nvPr/>
        </p:nvSpPr>
        <p:spPr>
          <a:xfrm>
            <a:off x="6920457" y="1194885"/>
            <a:ext cx="458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Order of calibrating class or </a:t>
            </a:r>
            <a:r>
              <a:rPr lang="en-US" u="sng" dirty="0" err="1"/>
              <a:t>FoD</a:t>
            </a:r>
            <a:r>
              <a:rPr lang="en-US" u="sng" dirty="0"/>
              <a:t> Alignment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277DB9-BBCF-5FD1-2DCB-A357A0B789B1}"/>
              </a:ext>
            </a:extLst>
          </p:cNvPr>
          <p:cNvSpPr txBox="1"/>
          <p:nvPr/>
        </p:nvSpPr>
        <p:spPr>
          <a:xfrm>
            <a:off x="7191008" y="5982726"/>
            <a:ext cx="378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the end calibrate track ambiguity</a:t>
            </a:r>
          </a:p>
        </p:txBody>
      </p:sp>
    </p:spTree>
    <p:extLst>
      <p:ext uri="{BB962C8B-B14F-4D97-AF65-F5344CB8AC3E}">
        <p14:creationId xmlns:p14="http://schemas.microsoft.com/office/powerpoint/2010/main" val="369251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4DAA1-77B2-80D6-959D-C3AC22ABD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Data Fusion: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Sequential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Simultaneous/Global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Dempster’s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WCR Rule #1 &amp; #2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30CD9-D13E-0C6E-F574-28760EAE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0D29443-D73D-3491-03A0-F77B49A9DF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621504"/>
              </p:ext>
            </p:extLst>
          </p:nvPr>
        </p:nvGraphicFramePr>
        <p:xfrm>
          <a:off x="542223" y="-319862"/>
          <a:ext cx="10488329" cy="188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3172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8D95AB-8E4C-06C2-95C2-E5E8A385D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292D12-F710-B193-9E46-D38C1E7E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Sequential Fusion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3859E-6A47-C668-35C2-863789AEC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In Shafer’s seminal text, A Mathematical Theory of Evidence [</a:t>
            </a:r>
            <a:r>
              <a:rPr lang="en-US" b="0" i="0" dirty="0">
                <a:effectLst/>
                <a:latin typeface="Arial" panose="020B0604020202020204" pitchFamily="34" charset="0"/>
                <a:hlinkClick r:id="rId2" action="ppaction://hlinksldjump"/>
              </a:rPr>
              <a:t>5</a:t>
            </a:r>
            <a:r>
              <a:rPr lang="en-US" b="0" i="0" dirty="0">
                <a:effectLst/>
                <a:latin typeface="Arial" panose="020B0604020202020204" pitchFamily="34" charset="0"/>
              </a:rPr>
              <a:t>], he conceived of a </a:t>
            </a:r>
            <a:r>
              <a:rPr lang="en-US" b="0" i="1" dirty="0">
                <a:effectLst/>
                <a:latin typeface="Arial" panose="020B0604020202020204" pitchFamily="34" charset="0"/>
              </a:rPr>
              <a:t>sequential fusion </a:t>
            </a:r>
            <a:r>
              <a:rPr lang="en-US" b="0" i="0" dirty="0">
                <a:effectLst/>
                <a:latin typeface="Arial" panose="020B0604020202020204" pitchFamily="34" charset="0"/>
              </a:rPr>
              <a:t>process represented geometrically by what he called a “square”, or what we might presently call matrix geometry.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4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This matrix geometry allows the combining of several sources of evidence sequentially by combining two sources (using matrix representation), then combining a third source with the result of the fusion of the two previous ones (still using matrix representation), and so on.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EE9CE-997F-A75D-78AF-DC924E3F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965" y="2630613"/>
            <a:ext cx="8776070" cy="21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68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8D95AB-8E4C-06C2-95C2-E5E8A385D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292D12-F710-B193-9E46-D38C1E7ED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Simultaneous/Global Fusion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3859E-6A47-C668-35C2-863789AEC0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rial" panose="020B0604020202020204" pitchFamily="34" charset="0"/>
              </a:rPr>
              <a:t>Shafer also conceived of a </a:t>
            </a:r>
            <a:r>
              <a:rPr lang="en-US" b="0" i="1" dirty="0">
                <a:effectLst/>
                <a:latin typeface="Arial" panose="020B0604020202020204" pitchFamily="34" charset="0"/>
              </a:rPr>
              <a:t>simultaneous/global fusion</a:t>
            </a:r>
            <a:r>
              <a:rPr lang="en-US" b="0" i="0" dirty="0">
                <a:effectLst/>
                <a:latin typeface="Arial" panose="020B0604020202020204" pitchFamily="34" charset="0"/>
              </a:rPr>
              <a:t> process represented by what he called “n-dimensional geometry”, or what we presently call tensor geometry [</a:t>
            </a:r>
            <a:r>
              <a:rPr lang="en-US" b="0" i="0" dirty="0">
                <a:effectLst/>
                <a:latin typeface="Arial" panose="020B0604020202020204" pitchFamily="34" charset="0"/>
                <a:hlinkClick r:id="rId2" action="ppaction://hlinksldjump"/>
              </a:rPr>
              <a:t>5</a:t>
            </a:r>
            <a:r>
              <a:rPr lang="en-US" b="0" i="0" dirty="0">
                <a:effectLst/>
                <a:latin typeface="Arial" panose="020B0604020202020204" pitchFamily="34" charset="0"/>
              </a:rPr>
              <a:t>].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Both sequential and global fusion produces the same answer so long as the rule of combination is associative.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81006A-FACE-0235-508F-CF2CB9FA7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220" y="2637286"/>
            <a:ext cx="3243353" cy="221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12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16C420-EF7E-63DB-F0A4-DA7808489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EBC6E2-7203-FB94-D251-D8D112F8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Definitions: Dempster’s Rule of Combination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BFD87B5-E1BC-5354-DCD8-C7D852BCAC3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Dempster’s rule (DR) forces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scales the rest of the BBMs by the normalizing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; and DR is undefined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which occurs when two (or more) experts are in total conflict.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DR</m:t>
                          </m:r>
                        </m:sup>
                      </m:sSubSup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≠∅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𝑐𝑜𝑛𝑓𝑙𝑖𝑐𝑡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=∅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ea typeface="Cambria Math" panose="02040503050406030204" pitchFamily="18" charset="0"/>
                  </a:rPr>
                  <a:t>For example, </a:t>
                </a:r>
                <a:r>
                  <a:rPr lang="en-US" dirty="0"/>
                  <a:t>Let: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marL="552440" lvl="1" indent="-34290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pPr marL="55244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552440" lvl="1" indent="-342900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=?</m:t>
                    </m:r>
                  </m:oMath>
                </a14:m>
                <a:endParaRPr lang="en-US" dirty="0"/>
              </a:p>
              <a:p>
                <a:br>
                  <a:rPr lang="en-US" b="0" dirty="0">
                    <a:ea typeface="Cambria Math" panose="02040503050406030204" pitchFamily="18" charset="0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0BFD87B5-E1BC-5354-DCD8-C7D852BCA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732" t="-886" r="-788" b="-15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B12216-B45C-C4B9-05A3-316048EEAA49}"/>
                  </a:ext>
                </a:extLst>
              </p:cNvPr>
              <p:cNvSpPr/>
              <p:nvPr/>
            </p:nvSpPr>
            <p:spPr>
              <a:xfrm>
                <a:off x="6186337" y="3981558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=∅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B12216-B45C-C4B9-05A3-316048EEAA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337" y="3981558"/>
                <a:ext cx="2666557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5F91668-371B-9A04-CEB9-0DA98BE57757}"/>
                  </a:ext>
                </a:extLst>
              </p:cNvPr>
              <p:cNvSpPr/>
              <p:nvPr/>
            </p:nvSpPr>
            <p:spPr>
              <a:xfrm>
                <a:off x="8852894" y="3981558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5F91668-371B-9A04-CEB9-0DA98BE577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94" y="3981558"/>
                <a:ext cx="2666557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B90353-9645-76B0-3C6B-D65D175CE1D0}"/>
                  </a:ext>
                </a:extLst>
              </p:cNvPr>
              <p:cNvSpPr/>
              <p:nvPr/>
            </p:nvSpPr>
            <p:spPr>
              <a:xfrm>
                <a:off x="6186337" y="4895958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4B90353-9645-76B0-3C6B-D65D175CE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6337" y="4895958"/>
                <a:ext cx="2666557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C2D4EE-8E04-53BC-38A1-8475F928E616}"/>
                  </a:ext>
                </a:extLst>
              </p:cNvPr>
              <p:cNvSpPr/>
              <p:nvPr/>
            </p:nvSpPr>
            <p:spPr>
              <a:xfrm>
                <a:off x="8852894" y="4895958"/>
                <a:ext cx="2666557" cy="9144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C2D4EE-8E04-53BC-38A1-8475F928E6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2894" y="4895958"/>
                <a:ext cx="2666557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05D26E-260B-9641-7009-E7E3B9D23037}"/>
              </a:ext>
            </a:extLst>
          </p:cNvPr>
          <p:cNvCxnSpPr>
            <a:cxnSpLocks/>
          </p:cNvCxnSpPr>
          <p:nvPr/>
        </p:nvCxnSpPr>
        <p:spPr>
          <a:xfrm>
            <a:off x="6186337" y="3856429"/>
            <a:ext cx="5333114" cy="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FE7130-8DA0-982F-7129-70EA2C663A16}"/>
                  </a:ext>
                </a:extLst>
              </p:cNvPr>
              <p:cNvSpPr txBox="1"/>
              <p:nvPr/>
            </p:nvSpPr>
            <p:spPr>
              <a:xfrm>
                <a:off x="11313407" y="3632719"/>
                <a:ext cx="7644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FE7130-8DA0-982F-7129-70EA2C663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407" y="3632719"/>
                <a:ext cx="7644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2EBA6A-7694-8689-6686-0C740E246E65}"/>
              </a:ext>
            </a:extLst>
          </p:cNvPr>
          <p:cNvCxnSpPr>
            <a:cxnSpLocks/>
          </p:cNvCxnSpPr>
          <p:nvPr/>
        </p:nvCxnSpPr>
        <p:spPr>
          <a:xfrm>
            <a:off x="6076271" y="3981558"/>
            <a:ext cx="0" cy="182880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F54E40-2960-EFA2-2646-4DAEDC32566D}"/>
                  </a:ext>
                </a:extLst>
              </p:cNvPr>
              <p:cNvSpPr txBox="1"/>
              <p:nvPr/>
            </p:nvSpPr>
            <p:spPr>
              <a:xfrm>
                <a:off x="5550273" y="5750820"/>
                <a:ext cx="8887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F54E40-2960-EFA2-2646-4DAEDC325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273" y="5750820"/>
                <a:ext cx="88874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4F398D4-5FC2-F85C-691A-D133736CA727}"/>
              </a:ext>
            </a:extLst>
          </p:cNvPr>
          <p:cNvCxnSpPr/>
          <p:nvPr/>
        </p:nvCxnSpPr>
        <p:spPr>
          <a:xfrm>
            <a:off x="8852894" y="3675259"/>
            <a:ext cx="0" cy="306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EF100F-1F56-8321-D1CC-96705A6C8C7D}"/>
                  </a:ext>
                </a:extLst>
              </p:cNvPr>
              <p:cNvSpPr txBox="1"/>
              <p:nvPr/>
            </p:nvSpPr>
            <p:spPr>
              <a:xfrm>
                <a:off x="6744782" y="3431548"/>
                <a:ext cx="15496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CEF100F-1F56-8321-D1CC-96705A6C8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782" y="3431548"/>
                <a:ext cx="154966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EA5039-9750-A281-80A8-F8DE199A76A3}"/>
                  </a:ext>
                </a:extLst>
              </p:cNvPr>
              <p:cNvSpPr txBox="1"/>
              <p:nvPr/>
            </p:nvSpPr>
            <p:spPr>
              <a:xfrm>
                <a:off x="9432895" y="3431548"/>
                <a:ext cx="15496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BEA5039-9750-A281-80A8-F8DE199A7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895" y="3431548"/>
                <a:ext cx="154966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F07AEC-A7F5-475A-AD4A-5A28C41AD6ED}"/>
              </a:ext>
            </a:extLst>
          </p:cNvPr>
          <p:cNvCxnSpPr>
            <a:cxnSpLocks/>
          </p:cNvCxnSpPr>
          <p:nvPr/>
        </p:nvCxnSpPr>
        <p:spPr>
          <a:xfrm flipH="1">
            <a:off x="5986435" y="4895958"/>
            <a:ext cx="1999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1BEEE6-9CC6-BA53-D19A-B9082B0D6D2D}"/>
                  </a:ext>
                </a:extLst>
              </p:cNvPr>
              <p:cNvSpPr txBox="1"/>
              <p:nvPr/>
            </p:nvSpPr>
            <p:spPr>
              <a:xfrm>
                <a:off x="4712216" y="5071694"/>
                <a:ext cx="1434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1BEEE6-9CC6-BA53-D19A-B9082B0D6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216" y="5071694"/>
                <a:ext cx="143416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A4442-34B0-30E6-8C35-6946F4ECB56B}"/>
                  </a:ext>
                </a:extLst>
              </p:cNvPr>
              <p:cNvSpPr txBox="1"/>
              <p:nvPr/>
            </p:nvSpPr>
            <p:spPr>
              <a:xfrm>
                <a:off x="5109402" y="4234382"/>
                <a:ext cx="10369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8A4442-34B0-30E6-8C35-6946F4ECB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402" y="4234382"/>
                <a:ext cx="1036978" cy="369332"/>
              </a:xfrm>
              <a:prstGeom prst="rect">
                <a:avLst/>
              </a:prstGeom>
              <a:blipFill>
                <a:blip r:embed="rId13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A581FE7-6FA7-5A2D-34A4-3FD92CCABA02}"/>
              </a:ext>
            </a:extLst>
          </p:cNvPr>
          <p:cNvSpPr txBox="1"/>
          <p:nvPr/>
        </p:nvSpPr>
        <p:spPr>
          <a:xfrm>
            <a:off x="7719462" y="3043640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Matrix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89300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Fusion: </a:t>
            </a:r>
            <a:r>
              <a:rPr lang="en-US" sz="3200" dirty="0"/>
              <a:t>WCR Rule #1 &amp; #2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Weighted conflict redistribution (WCR) rules redistributes the fused mass amongst the root propositions [</a:t>
                </a:r>
                <a:r>
                  <a:rPr lang="en-US" sz="1600" dirty="0">
                    <a:hlinkClick r:id="rId2" action="ppaction://hlinksldjump"/>
                  </a:rPr>
                  <a:t>6</a:t>
                </a:r>
                <a:r>
                  <a:rPr lang="en-US" sz="1600" dirty="0"/>
                  <a:t>].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Let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be number of sources being fused, then for all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lang="en-US" sz="1600" dirty="0"/>
                  <a:t>:</a:t>
                </a:r>
              </a:p>
              <a:p>
                <a:pPr marL="34448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1..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𝑊𝐶𝑅</m:t>
                          </m:r>
                        </m:sup>
                      </m:sSubSup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..,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⊓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nary>
                            <m:naryPr>
                              <m:chr m:val="∏"/>
                              <m:supHide m:val="on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1,..,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Rule #1:</a:t>
                </a:r>
              </a:p>
              <a:p>
                <a:pPr marL="339725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           </m:t>
                                  </m:r>
                                </m:e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𝑓𝑜𝑟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⊔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⊓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𝛾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sub>
                                          </m:sSub>
                                        </m:sup>
                                      </m:sSubSup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d>
                                            <m:d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𝛾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sub>
                                                <m:sup>
                                                  <m:sSub>
                                                    <m:sSubPr>
                                                      <m:ctrlPr>
                                                        <a:rPr lang="en-US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𝛾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sz="1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𝐵</m:t>
                                                      </m:r>
                                                    </m:sub>
                                                  </m:sSub>
                                                </m:sup>
                                              </m:sSubSup>
                                              <m:d>
                                                <m:dPr>
                                                  <m:begChr m:val="|"/>
                                                  <m:endChr m:val="|"/>
                                                  <m:ctrlPr>
                                                    <a:rPr lang="en-US" sz="1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𝐵</m:t>
                                                  </m:r>
                                                </m:e>
                                              </m:d>
                                            </m:e>
                                          </m:d>
                                        </m:e>
                                      </m:nary>
                                    </m:den>
                                  </m:f>
                                </m:e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𝑜𝑡h𝑒𝑟𝑤𝑖𝑠𝑒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                       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1,..,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𝑁𝑂𝑇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⊔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eqArr>
                      </m:sub>
                      <m:sup/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en-US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Rule #2:</a:t>
                </a:r>
              </a:p>
              <a:p>
                <a:pPr marL="339725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         </m:t>
                                  </m:r>
                                </m:e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𝑓𝑜𝑟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⊔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⊓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d>
                                    </m:num>
                                    <m:den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d>
                                        </m:e>
                                      </m:nary>
                                    </m:den>
                                  </m:f>
                                </m:e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𝑜𝑡h𝑒𝑟𝑤𝑖𝑠𝑒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                      </m:t>
                                  </m:r>
                                </m:e>
                              </m:mr>
                            </m:m>
                          </m:e>
                        </m:eqArr>
                      </m:e>
                    </m:d>
                  </m:oMath>
                </a14:m>
                <a:r>
                  <a:rPr lang="en-US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1,..,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𝑁𝑂𝑇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⊔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⊆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eqArr>
                      </m:sub>
                      <m:sup/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7203" t="-380" b="-28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857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54A5287-1A1B-7093-F1B9-FA156929AA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337" t="24836" r="33764" b="38760"/>
          <a:stretch/>
        </p:blipFill>
        <p:spPr>
          <a:xfrm>
            <a:off x="5347357" y="2011115"/>
            <a:ext cx="2238993" cy="21125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814779-951A-29C3-0DE7-7A48461E2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539" t="29659" r="12107" b="46538"/>
          <a:stretch/>
        </p:blipFill>
        <p:spPr>
          <a:xfrm>
            <a:off x="1016122" y="4326270"/>
            <a:ext cx="10482988" cy="24866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Fusion: </a:t>
            </a:r>
            <a:r>
              <a:rPr lang="en-US" sz="3200" dirty="0"/>
              <a:t>WCR Rule #1 &amp; #2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Weighted conflict redistribution (WCR) rules, modified Zadeh’s example (WCR0 is DR):</a:t>
                </a:r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sz="1600" dirty="0"/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1600" dirty="0"/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sz="1600" dirty="0"/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=0.99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en-US" sz="1600" dirty="0"/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⊓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US" sz="1600" dirty="0"/>
                  <a:t> notates the weights for the fusion method</a:t>
                </a:r>
                <a:br>
                  <a:rPr lang="en-US" sz="1600" dirty="0"/>
                </a:br>
                <a:r>
                  <a:rPr lang="en-US" sz="1600" dirty="0"/>
                  <a:t>corresponding to the elements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630238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4"/>
                <a:stretch>
                  <a:fillRect l="-225" t="-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83793C-F55F-0473-1837-56C77CAECA92}"/>
                  </a:ext>
                </a:extLst>
              </p:cNvPr>
              <p:cNvSpPr txBox="1"/>
              <p:nvPr/>
            </p:nvSpPr>
            <p:spPr>
              <a:xfrm>
                <a:off x="8535991" y="2473170"/>
                <a:ext cx="2963119" cy="8343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𝐵𝑒𝑡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𝑊𝐶𝑅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0,0,1</m:t>
                          </m:r>
                        </m:e>
                      </m:d>
                    </m:oMath>
                  </m:oMathPara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𝐵𝑒𝑡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𝑊𝐶𝑅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=[0.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,0.01,0.79]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𝐵𝑒𝑡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𝑊𝐶𝑅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=[0.33,0.00,0.67]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83793C-F55F-0473-1837-56C77CAEC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991" y="2473170"/>
                <a:ext cx="2963119" cy="834331"/>
              </a:xfrm>
              <a:prstGeom prst="rect">
                <a:avLst/>
              </a:prstGeom>
              <a:blipFill>
                <a:blip r:embed="rId5"/>
                <a:stretch>
                  <a:fillRect l="-2675" b="-12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717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01F6-8710-ACD3-5C5F-E7BBF1E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4E720D-6A39-E53A-D210-796D17BD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Fusion: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Sequential Fusion: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Simultaneous/Global Fusion: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Dempster’s Rule: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DR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∩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≠∅</m:t>
                            </m:r>
                          </m:e>
                        </m:eqAr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WCR Rule #1 &amp; #2: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1..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𝑊𝐶𝑅</m:t>
                        </m:r>
                      </m:sup>
                    </m:sSubSup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eqArr>
                          <m:eqArr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..,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eqArr>
                      </m:sub>
                      <m:sup/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1,..,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EB1637FE-AF0A-66A8-CBBB-ADAD39B0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2"/>
                <a:stretch>
                  <a:fillRect l="-732" t="-8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2528301C-9B48-CB86-47DE-5E2D561F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381" y="1131238"/>
            <a:ext cx="3443615" cy="846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6FDE8-E7FB-4F63-0863-1C9B7D181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287" y="1931882"/>
            <a:ext cx="728400" cy="49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610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4DAA1-77B2-80D6-959D-C3AC22ABD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Post-Fusion Processing: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 err="1"/>
              <a:t>Pignistic</a:t>
            </a:r>
            <a:r>
              <a:rPr lang="en-US" sz="1800" dirty="0"/>
              <a:t> Transform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Apply Prior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30CD9-D13E-0C6E-F574-28760EAE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312763B-D9AB-1E37-F378-703650419A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091043"/>
              </p:ext>
            </p:extLst>
          </p:nvPr>
        </p:nvGraphicFramePr>
        <p:xfrm>
          <a:off x="542223" y="-319862"/>
          <a:ext cx="10488329" cy="1888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6143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246E15-D8DB-1056-6D2C-2DA132C27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2A2F39E-E4DB-494E-AB40-38356C65078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30EC40-5E6E-2543-6320-76BEC165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798E38-F8C9-5D57-2164-C432D1E23E8B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454025" y="1333500"/>
            <a:ext cx="1082992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tabLst>
                <a:tab pos="576263" algn="l"/>
              </a:tabLst>
            </a:pPr>
            <a:r>
              <a:rPr lang="en-US" sz="1600" b="0" i="0" u="none" strike="noStrike" baseline="0" dirty="0">
                <a:latin typeface="NimbusRomNo9L-Regu"/>
              </a:rPr>
              <a:t>[1] P. </a:t>
            </a:r>
            <a:r>
              <a:rPr lang="en-US" sz="1600" b="0" i="0" u="none" strike="noStrike" baseline="0" dirty="0" err="1">
                <a:latin typeface="NimbusRomNo9L-Regu"/>
              </a:rPr>
              <a:t>Smets</a:t>
            </a:r>
            <a:r>
              <a:rPr lang="en-US" sz="1600" b="0" i="0" u="none" strike="noStrike" baseline="0" dirty="0">
                <a:latin typeface="NimbusRomNo9L-Regu"/>
              </a:rPr>
              <a:t>, R. </a:t>
            </a:r>
            <a:r>
              <a:rPr lang="en-US" sz="1600" b="0" i="0" u="none" strike="noStrike" baseline="0" dirty="0" err="1">
                <a:latin typeface="NimbusRomNo9L-Regu"/>
              </a:rPr>
              <a:t>Kennes</a:t>
            </a:r>
            <a:r>
              <a:rPr lang="en-US" sz="1600" b="0" i="0" u="none" strike="noStrike" baseline="0" dirty="0">
                <a:latin typeface="NimbusRomNo9L-Regu"/>
              </a:rPr>
              <a:t>, </a:t>
            </a:r>
            <a:r>
              <a:rPr lang="en-US" sz="1600" b="0" i="0" u="none" strike="noStrike" baseline="0" dirty="0">
                <a:latin typeface="NimbusRomNo9L-ReguItal"/>
              </a:rPr>
              <a:t>The Transferable Belief Model</a:t>
            </a:r>
            <a:r>
              <a:rPr lang="en-US" sz="1600" b="0" i="0" u="none" strike="noStrike" baseline="0" dirty="0">
                <a:latin typeface="NimbusRomNo9L-Regu"/>
              </a:rPr>
              <a:t>, Classic Works of the Dempster-Shafer Theory of Belief Functions: </a:t>
            </a:r>
            <a:br>
              <a:rPr lang="en-US" sz="1600" b="0" i="0" u="none" strike="noStrike" baseline="0" dirty="0">
                <a:latin typeface="NimbusRomNo9L-Regu"/>
              </a:rPr>
            </a:br>
            <a:r>
              <a:rPr lang="en-US" sz="1600" b="0" i="0" u="none" strike="noStrike" baseline="0" dirty="0">
                <a:latin typeface="NimbusRomNo9L-Regu"/>
              </a:rPr>
              <a:t>Studies in Fuzziness and Soft Computing, pp. 693–736, 2008.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baseline="0" dirty="0">
                <a:latin typeface="NimbusRomNo9L-Regu"/>
              </a:rPr>
              <a:t>[2] P. </a:t>
            </a:r>
            <a:r>
              <a:rPr lang="en-US" sz="1600" b="0" i="0" u="none" strike="noStrike" baseline="0" dirty="0" err="1">
                <a:latin typeface="NimbusRomNo9L-Regu"/>
              </a:rPr>
              <a:t>Smets</a:t>
            </a:r>
            <a:r>
              <a:rPr lang="en-US" sz="1600" b="0" i="0" u="none" strike="noStrike" baseline="0" dirty="0">
                <a:latin typeface="NimbusRomNo9L-Regu"/>
              </a:rPr>
              <a:t>, </a:t>
            </a:r>
            <a:r>
              <a:rPr lang="en-US" sz="1600" b="0" i="0" u="none" strike="noStrike" baseline="0" dirty="0">
                <a:latin typeface="NimbusRomNo9L-ReguItal"/>
              </a:rPr>
              <a:t>The Transferable Belief Model For </a:t>
            </a:r>
            <a:r>
              <a:rPr lang="en-US" sz="1600" b="0" i="0" u="none" strike="noStrike" baseline="0" dirty="0" err="1">
                <a:latin typeface="NimbusRomNo9L-ReguItal"/>
              </a:rPr>
              <a:t>Quanitfied</a:t>
            </a:r>
            <a:r>
              <a:rPr lang="en-US" sz="1600" b="0" i="0" u="none" strike="noStrike" baseline="0" dirty="0">
                <a:latin typeface="NimbusRomNo9L-ReguItal"/>
              </a:rPr>
              <a:t> Belief Representation</a:t>
            </a:r>
            <a:r>
              <a:rPr lang="en-US" sz="1600" b="0" i="0" u="none" strike="noStrike" baseline="0" dirty="0">
                <a:latin typeface="NimbusRomNo9L-Regu"/>
              </a:rPr>
              <a:t>, Quantified Representation of Uncertainty and Imprecision, Springer, pp. 267–301, 1998.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baseline="0" dirty="0">
                <a:latin typeface="NimbusRomNo9L-Regu"/>
              </a:rPr>
              <a:t>[3] P. </a:t>
            </a:r>
            <a:r>
              <a:rPr lang="en-US" sz="1600" b="0" i="0" u="none" strike="noStrike" baseline="0" dirty="0" err="1">
                <a:latin typeface="NimbusRomNo9L-Regu"/>
              </a:rPr>
              <a:t>Smets</a:t>
            </a:r>
            <a:r>
              <a:rPr lang="en-US" sz="1600" b="0" i="0" u="none" strike="noStrike" baseline="0" dirty="0">
                <a:latin typeface="NimbusRomNo9L-Regu"/>
              </a:rPr>
              <a:t>, </a:t>
            </a:r>
            <a:r>
              <a:rPr lang="en-US" sz="1600" b="0" i="0" u="none" strike="noStrike" baseline="0" dirty="0">
                <a:latin typeface="NimbusRomNo9L-ReguItal"/>
              </a:rPr>
              <a:t>Decision Making in the TBM: the Necessity of the </a:t>
            </a:r>
            <a:r>
              <a:rPr lang="en-US" sz="1600" b="0" i="0" u="none" strike="noStrike" baseline="0" dirty="0" err="1">
                <a:latin typeface="NimbusRomNo9L-ReguItal"/>
              </a:rPr>
              <a:t>Pignistic</a:t>
            </a:r>
            <a:r>
              <a:rPr lang="en-US" sz="1600" b="0" i="0" u="none" strike="noStrike" baseline="0" dirty="0">
                <a:latin typeface="NimbusRomNo9L-ReguItal"/>
              </a:rPr>
              <a:t> Transformation</a:t>
            </a:r>
            <a:r>
              <a:rPr lang="en-US" sz="1600" b="0" i="0" u="none" strike="noStrike" baseline="0" dirty="0">
                <a:latin typeface="NimbusRomNo9L-Regu"/>
              </a:rPr>
              <a:t>, IJAR, vol. 38, no. 2, pp. 133–147, 2005.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baseline="0" dirty="0">
                <a:latin typeface="NimbusRomNo9L-Regu"/>
              </a:rPr>
              <a:t>[4] A. </a:t>
            </a:r>
            <a:r>
              <a:rPr lang="en-US" sz="1600" b="0" i="0" u="none" strike="noStrike" baseline="0" dirty="0" err="1">
                <a:latin typeface="NimbusRomNo9L-Regu"/>
              </a:rPr>
              <a:t>Aregui</a:t>
            </a:r>
            <a:r>
              <a:rPr lang="en-US" sz="1600" b="0" i="0" u="none" strike="noStrike" baseline="0" dirty="0">
                <a:latin typeface="NimbusRomNo9L-Regu"/>
              </a:rPr>
              <a:t>, T. </a:t>
            </a:r>
            <a:r>
              <a:rPr lang="en-US" sz="1600" b="0" i="0" u="none" strike="noStrike" baseline="0" dirty="0" err="1">
                <a:latin typeface="NimbusRomNo9L-Regu"/>
              </a:rPr>
              <a:t>Denoeux</a:t>
            </a:r>
            <a:r>
              <a:rPr lang="en-US" sz="1600" b="0" i="0" u="none" strike="noStrike" baseline="0" dirty="0">
                <a:latin typeface="NimbusRomNo9L-Regu"/>
              </a:rPr>
              <a:t>, </a:t>
            </a:r>
            <a:r>
              <a:rPr lang="en-US" sz="1600" b="0" i="0" u="none" strike="noStrike" baseline="0" dirty="0">
                <a:latin typeface="NimbusRomNo9L-ReguItal"/>
              </a:rPr>
              <a:t>Constructing Consonant Belief Functions from Sample Data Using Confidence Sets of </a:t>
            </a:r>
            <a:r>
              <a:rPr lang="en-US" sz="1600" b="0" i="0" u="none" strike="noStrike" baseline="0" dirty="0" err="1">
                <a:latin typeface="NimbusRomNo9L-ReguItal"/>
              </a:rPr>
              <a:t>Pignistic</a:t>
            </a:r>
            <a:r>
              <a:rPr lang="en-US" sz="1600" b="0" i="0" u="none" strike="noStrike" baseline="0" dirty="0">
                <a:latin typeface="NimbusRomNo9L-ReguItal"/>
              </a:rPr>
              <a:t> Probabilities</a:t>
            </a:r>
            <a:r>
              <a:rPr lang="en-US" sz="1600" b="0" i="0" u="none" strike="noStrike" baseline="0" dirty="0">
                <a:latin typeface="NimbusRomNo9L-Regu"/>
              </a:rPr>
              <a:t>, IJAR, vol. 49, no. 3, pp. 575–594, 2008.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[5] G. Shafer, A Mathematical Theory of Evidence, New Jersey: Princeton University Press, 1976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NimbusRomNo9L-Regu"/>
              </a:rPr>
              <a:t>[6] D. Harris, J. Dezert, </a:t>
            </a:r>
            <a:r>
              <a:rPr lang="en-US" sz="1800" b="0" i="0" u="none" strike="noStrike" baseline="0" dirty="0">
                <a:latin typeface="NimbusRomNo9L-Regu"/>
              </a:rPr>
              <a:t>Investigating Another Weighted Conflict Redistribution Rule of Combination, 2023 Fusion Conference, Charleston, SC, 2023.</a:t>
            </a:r>
            <a:endParaRPr lang="en-US" sz="16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baseline="0" dirty="0">
                <a:latin typeface="NimbusRomNo9L-Regu"/>
              </a:rPr>
              <a:t>[7] D. Harris, D. Dunham, </a:t>
            </a:r>
            <a:r>
              <a:rPr lang="en-US" sz="1600" b="0" i="0" u="none" strike="noStrike" baseline="0" dirty="0">
                <a:latin typeface="NimbusRomNo9L-ReguItal"/>
              </a:rPr>
              <a:t>Addressing Assumptions About Expert Information Leveraging the Transferable Belief Model</a:t>
            </a:r>
            <a:r>
              <a:rPr lang="en-US" sz="1600" b="0" i="0" u="none" strike="noStrike" baseline="0" dirty="0">
                <a:latin typeface="NimbusRomNo9L-Regu"/>
              </a:rPr>
              <a:t>, 2021 IEEE Aerospace Conference, Big Sky, MT, 2021.</a:t>
            </a:r>
          </a:p>
          <a:p>
            <a:pPr marL="285750" indent="-28575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041621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3A5F4-5328-1655-E7D2-0CC5249D46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32A2F39E-E4DB-494E-AB40-38356C65078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0EB93A0-2BA6-68AC-5833-A44A8B0F5449}"/>
              </a:ext>
            </a:extLst>
          </p:cNvPr>
          <p:cNvSpPr txBox="1">
            <a:spLocks/>
          </p:cNvSpPr>
          <p:nvPr/>
        </p:nvSpPr>
        <p:spPr>
          <a:xfrm>
            <a:off x="6410425" y="5515629"/>
            <a:ext cx="4835091" cy="323698"/>
          </a:xfrm>
          <a:prstGeom prst="rect">
            <a:avLst/>
          </a:prstGeom>
        </p:spPr>
        <p:txBody>
          <a:bodyPr/>
          <a:lstStyle>
            <a:lvl1pPr marL="205714" indent="-205714" algn="l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7147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28576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440007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5144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62866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30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573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162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Daniel.harris2@ngc.com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F594714-77DC-F85A-9F3E-FBE76796828B}"/>
              </a:ext>
            </a:extLst>
          </p:cNvPr>
          <p:cNvSpPr txBox="1">
            <a:spLocks/>
          </p:cNvSpPr>
          <p:nvPr/>
        </p:nvSpPr>
        <p:spPr>
          <a:xfrm>
            <a:off x="6404011" y="5123348"/>
            <a:ext cx="3391812" cy="493003"/>
          </a:xfrm>
          <a:prstGeom prst="rect">
            <a:avLst/>
          </a:prstGeom>
        </p:spPr>
        <p:txBody>
          <a:bodyPr/>
          <a:lstStyle>
            <a:lvl1pPr marL="205714" indent="-205714" algn="l" defTabSz="822862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17147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028576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440007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5144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62866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30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5730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162" indent="-205714" algn="l" defTabSz="822862" rtl="0" eaLnBrk="1" latinLnBrk="0" hangingPunct="1">
              <a:lnSpc>
                <a:spcPct val="90000"/>
              </a:lnSpc>
              <a:spcBef>
                <a:spcPts val="449"/>
              </a:spcBef>
              <a:buFont typeface="Arial" panose="020B0604020202020204" pitchFamily="34" charset="0"/>
              <a:buChar char="•"/>
              <a:defRPr sz="16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Dan Harris</a:t>
            </a:r>
          </a:p>
        </p:txBody>
      </p:sp>
    </p:spTree>
    <p:extLst>
      <p:ext uri="{BB962C8B-B14F-4D97-AF65-F5344CB8AC3E}">
        <p14:creationId xmlns:p14="http://schemas.microsoft.com/office/powerpoint/2010/main" val="12327709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G 2020 Blue, Black and Accents">
      <a:dk1>
        <a:srgbClr val="00269A"/>
      </a:dk1>
      <a:lt1>
        <a:srgbClr val="FFFFFF"/>
      </a:lt1>
      <a:dk2>
        <a:srgbClr val="000000"/>
      </a:dk2>
      <a:lt2>
        <a:srgbClr val="E7E6E6"/>
      </a:lt2>
      <a:accent1>
        <a:srgbClr val="135FA5"/>
      </a:accent1>
      <a:accent2>
        <a:srgbClr val="83D3D4"/>
      </a:accent2>
      <a:accent3>
        <a:srgbClr val="2D8183"/>
      </a:accent3>
      <a:accent4>
        <a:srgbClr val="910C07"/>
      </a:accent4>
      <a:accent5>
        <a:srgbClr val="209FDE"/>
      </a:accent5>
      <a:accent6>
        <a:srgbClr val="F48154"/>
      </a:accent6>
      <a:hlink>
        <a:srgbClr val="135FA5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G 2020Standard-16x9-new iamges.potx" id="{0830A77D-7D0E-490D-8056-CD11E8FF25E7}" vid="{53C8D859-965A-4C9B-9FB5-671C1CB109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105566</TotalTime>
  <Words>3732</Words>
  <Application>Microsoft Macintosh PowerPoint</Application>
  <PresentationFormat>Widescreen</PresentationFormat>
  <Paragraphs>647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Cambria Math</vt:lpstr>
      <vt:lpstr>Menlo</vt:lpstr>
      <vt:lpstr>NimbusRomNo9L-Regu</vt:lpstr>
      <vt:lpstr>NimbusRomNo9L-ReguItal</vt:lpstr>
      <vt:lpstr>1_Office Theme</vt:lpstr>
      <vt:lpstr>Belief Function Basics</vt:lpstr>
      <vt:lpstr>Topics &amp; Objectives</vt:lpstr>
      <vt:lpstr>Motivation &amp; Overview</vt:lpstr>
      <vt:lpstr>PowerPoint Presentation</vt:lpstr>
      <vt:lpstr>Definitions: Frame of Discernment</vt:lpstr>
      <vt:lpstr>Definitions: Basic Belief Assignment</vt:lpstr>
      <vt:lpstr>Definitions: Cardinality</vt:lpstr>
      <vt:lpstr>Definitions: Plausibility &amp; Contour Functions</vt:lpstr>
      <vt:lpstr>Definitions: Conjunctive Rule of Combination</vt:lpstr>
      <vt:lpstr>Definitions: Conflict and Agreement</vt:lpstr>
      <vt:lpstr>Definitions: Root Propositions</vt:lpstr>
      <vt:lpstr>Definitions: Review</vt:lpstr>
      <vt:lpstr>PowerPoint Presentation</vt:lpstr>
      <vt:lpstr>Transformations: Pignistic Transformation</vt:lpstr>
      <vt:lpstr>Transformations: Inverse Pignistic Transformation</vt:lpstr>
      <vt:lpstr>Transformations: Consonant Belief Function</vt:lpstr>
      <vt:lpstr>Transformations: Review</vt:lpstr>
      <vt:lpstr>PowerPoint Presentation</vt:lpstr>
      <vt:lpstr>Pre-Fusion Processing: Remove Priors</vt:lpstr>
      <vt:lpstr>Pre-Fusion Processing: FoD Alignment</vt:lpstr>
      <vt:lpstr>Pre-Fusion Processing: FoD Alignment</vt:lpstr>
      <vt:lpstr>Pre-Fusion Processing: Probability Calibration</vt:lpstr>
      <vt:lpstr>Pre-Fusion Processing: Probability Calibration</vt:lpstr>
      <vt:lpstr>Pre-Fusion Processing: Probability Calibration</vt:lpstr>
      <vt:lpstr>Pre-Fusion Processing: Probability Calibration</vt:lpstr>
      <vt:lpstr>Pre-Fusion Processing: Review</vt:lpstr>
      <vt:lpstr>PowerPoint Presentation</vt:lpstr>
      <vt:lpstr>Definitions: Sequential Fusion</vt:lpstr>
      <vt:lpstr>Definitions: Simultaneous/Global Fusion</vt:lpstr>
      <vt:lpstr>Definitions: Dempster’s Rule of Combination</vt:lpstr>
      <vt:lpstr>Data Fusion: WCR Rule #1 &amp; #2</vt:lpstr>
      <vt:lpstr>Data Fusion: WCR Rule #1 &amp; #2</vt:lpstr>
      <vt:lpstr>Data Fusion: Review</vt:lpstr>
      <vt:lpstr>PowerPoint Presentation</vt:lpstr>
      <vt:lpstr>References</vt:lpstr>
      <vt:lpstr>PowerPoint Presentation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Harris, Daniel E [US] (MS)</dc:creator>
  <cp:lastModifiedBy>Kelly Harris</cp:lastModifiedBy>
  <cp:revision>288</cp:revision>
  <dcterms:created xsi:type="dcterms:W3CDTF">2021-03-18T21:06:21Z</dcterms:created>
  <dcterms:modified xsi:type="dcterms:W3CDTF">2023-06-08T02:53:03Z</dcterms:modified>
</cp:coreProperties>
</file>